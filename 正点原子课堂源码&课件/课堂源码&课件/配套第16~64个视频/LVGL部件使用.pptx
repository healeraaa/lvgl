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2" r:id="rId3"/>
    <p:sldId id="586" r:id="rId4"/>
    <p:sldId id="637" r:id="rId5"/>
    <p:sldId id="680" r:id="rId6"/>
    <p:sldId id="449" r:id="rId7"/>
    <p:sldId id="655" r:id="rId8"/>
    <p:sldId id="640" r:id="rId9"/>
    <p:sldId id="645" r:id="rId10"/>
    <p:sldId id="644" r:id="rId11"/>
    <p:sldId id="646" r:id="rId12"/>
    <p:sldId id="649" r:id="rId13"/>
    <p:sldId id="657" r:id="rId14"/>
    <p:sldId id="648" r:id="rId15"/>
    <p:sldId id="650" r:id="rId16"/>
    <p:sldId id="647" r:id="rId17"/>
    <p:sldId id="658" r:id="rId18"/>
    <p:sldId id="653" r:id="rId19"/>
    <p:sldId id="651" r:id="rId20"/>
    <p:sldId id="663" r:id="rId21"/>
    <p:sldId id="666" r:id="rId22"/>
    <p:sldId id="665" r:id="rId23"/>
    <p:sldId id="654" r:id="rId24"/>
    <p:sldId id="667" r:id="rId25"/>
    <p:sldId id="669" r:id="rId26"/>
    <p:sldId id="668" r:id="rId27"/>
    <p:sldId id="672" r:id="rId28"/>
    <p:sldId id="673" r:id="rId29"/>
    <p:sldId id="674" r:id="rId30"/>
    <p:sldId id="676" r:id="rId31"/>
    <p:sldId id="675" r:id="rId32"/>
    <p:sldId id="679" r:id="rId33"/>
    <p:sldId id="681" r:id="rId34"/>
    <p:sldId id="689" r:id="rId35"/>
    <p:sldId id="682" r:id="rId36"/>
    <p:sldId id="684" r:id="rId37"/>
    <p:sldId id="685" r:id="rId38"/>
    <p:sldId id="687" r:id="rId39"/>
    <p:sldId id="688" r:id="rId40"/>
    <p:sldId id="690" r:id="rId41"/>
    <p:sldId id="691" r:id="rId42"/>
    <p:sldId id="693" r:id="rId43"/>
    <p:sldId id="695" r:id="rId44"/>
    <p:sldId id="696" r:id="rId45"/>
    <p:sldId id="697" r:id="rId46"/>
    <p:sldId id="698" r:id="rId47"/>
    <p:sldId id="700" r:id="rId48"/>
    <p:sldId id="701" r:id="rId49"/>
    <p:sldId id="702" r:id="rId50"/>
    <p:sldId id="703" r:id="rId51"/>
    <p:sldId id="707" r:id="rId52"/>
    <p:sldId id="708" r:id="rId53"/>
    <p:sldId id="713" r:id="rId54"/>
    <p:sldId id="709" r:id="rId55"/>
    <p:sldId id="710" r:id="rId56"/>
    <p:sldId id="711" r:id="rId57"/>
    <p:sldId id="712" r:id="rId58"/>
    <p:sldId id="714" r:id="rId59"/>
    <p:sldId id="718" r:id="rId60"/>
    <p:sldId id="716" r:id="rId61"/>
    <p:sldId id="721" r:id="rId62"/>
    <p:sldId id="722" r:id="rId63"/>
    <p:sldId id="724" r:id="rId64"/>
    <p:sldId id="717" r:id="rId65"/>
    <p:sldId id="723" r:id="rId66"/>
    <p:sldId id="720" r:id="rId67"/>
    <p:sldId id="726" r:id="rId68"/>
    <p:sldId id="727" r:id="rId69"/>
    <p:sldId id="728" r:id="rId70"/>
    <p:sldId id="729" r:id="rId71"/>
    <p:sldId id="731" r:id="rId72"/>
    <p:sldId id="730" r:id="rId73"/>
    <p:sldId id="732" r:id="rId74"/>
    <p:sldId id="733" r:id="rId75"/>
    <p:sldId id="737" r:id="rId76"/>
    <p:sldId id="734" r:id="rId77"/>
    <p:sldId id="735" r:id="rId78"/>
    <p:sldId id="736" r:id="rId79"/>
    <p:sldId id="740" r:id="rId80"/>
    <p:sldId id="738" r:id="rId81"/>
    <p:sldId id="742" r:id="rId82"/>
    <p:sldId id="741" r:id="rId83"/>
    <p:sldId id="743" r:id="rId84"/>
    <p:sldId id="744" r:id="rId85"/>
    <p:sldId id="745" r:id="rId86"/>
    <p:sldId id="746" r:id="rId87"/>
    <p:sldId id="747" r:id="rId88"/>
    <p:sldId id="748" r:id="rId89"/>
    <p:sldId id="749" r:id="rId90"/>
    <p:sldId id="750" r:id="rId91"/>
    <p:sldId id="755" r:id="rId92"/>
    <p:sldId id="752" r:id="rId93"/>
    <p:sldId id="756" r:id="rId94"/>
    <p:sldId id="757" r:id="rId95"/>
    <p:sldId id="760" r:id="rId96"/>
    <p:sldId id="761" r:id="rId97"/>
    <p:sldId id="762" r:id="rId98"/>
    <p:sldId id="763" r:id="rId99"/>
    <p:sldId id="759" r:id="rId100"/>
    <p:sldId id="758" r:id="rId101"/>
    <p:sldId id="764" r:id="rId102"/>
    <p:sldId id="765" r:id="rId103"/>
    <p:sldId id="767" r:id="rId104"/>
    <p:sldId id="770" r:id="rId105"/>
    <p:sldId id="773" r:id="rId106"/>
    <p:sldId id="771" r:id="rId107"/>
    <p:sldId id="778" r:id="rId108"/>
    <p:sldId id="768" r:id="rId109"/>
    <p:sldId id="775" r:id="rId110"/>
    <p:sldId id="776" r:id="rId111"/>
    <p:sldId id="779" r:id="rId112"/>
    <p:sldId id="782" r:id="rId113"/>
    <p:sldId id="783" r:id="rId114"/>
    <p:sldId id="784" r:id="rId115"/>
    <p:sldId id="780" r:id="rId116"/>
    <p:sldId id="785" r:id="rId117"/>
    <p:sldId id="789" r:id="rId118"/>
    <p:sldId id="787" r:id="rId119"/>
    <p:sldId id="788" r:id="rId120"/>
    <p:sldId id="791" r:id="rId121"/>
    <p:sldId id="792" r:id="rId122"/>
    <p:sldId id="793" r:id="rId123"/>
    <p:sldId id="798" r:id="rId124"/>
    <p:sldId id="799" r:id="rId125"/>
    <p:sldId id="271" r:id="rId1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GZHUNING" initials="L" lastIdx="1" clrIdx="0">
    <p:extLst>
      <p:ext uri="{19B8F6BF-5375-455C-9EA6-DF929625EA0E}">
        <p15:presenceInfo xmlns:p15="http://schemas.microsoft.com/office/powerpoint/2012/main" userId="LINGZHUN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00B0F0"/>
    <a:srgbClr val="1F4E79"/>
    <a:srgbClr val="D0CECE"/>
    <a:srgbClr val="800000"/>
    <a:srgbClr val="FF0000"/>
    <a:srgbClr val="0000FF"/>
    <a:srgbClr val="FFFFFF"/>
    <a:srgbClr val="EAEA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64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1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27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6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7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90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9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61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01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02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54D0E-B397-44A9-9DEC-6D5F0C511797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007F3-77CB-45E4-B949-323B6331A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8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D7E88C-2CE1-4357-BBF3-28BCEDC81D82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>
            <a:extLst>
              <a:ext uri="{FF2B5EF4-FFF2-40B4-BE49-F238E27FC236}">
                <a16:creationId xmlns:a16="http://schemas.microsoft.com/office/drawing/2014/main" id="{36899BE1-AA56-4470-8952-F397C1E78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664" y="2122369"/>
            <a:ext cx="4288271" cy="695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277" tIns="17138" rIns="34277" bIns="1713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280"/>
              </a:spcBef>
              <a:defRPr/>
            </a:pPr>
            <a:r>
              <a:rPr lang="en-US" altLang="zh-CN" sz="32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LVGL</a:t>
            </a:r>
            <a:r>
              <a:rPr lang="zh-CN" altLang="en-US" sz="3200" b="1">
                <a:solidFill>
                  <a:srgbClr val="002060"/>
                </a:solidFill>
                <a:latin typeface="思源黑体 CN Bold" pitchFamily="34" charset="-122"/>
                <a:ea typeface="思源黑体 CN Bold" panose="020B0800000000000000" pitchFamily="34" charset="-122"/>
              </a:rPr>
              <a:t>部件使用</a:t>
            </a:r>
          </a:p>
        </p:txBody>
      </p:sp>
    </p:spTree>
    <p:extLst>
      <p:ext uri="{BB962C8B-B14F-4D97-AF65-F5344CB8AC3E}">
        <p14:creationId xmlns:p14="http://schemas.microsoft.com/office/powerpoint/2010/main" val="244617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665" y="1652533"/>
            <a:ext cx="3799419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813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50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754E20-FEA9-12AB-0780-30644E6A58B7}"/>
              </a:ext>
            </a:extLst>
          </p:cNvPr>
          <p:cNvSpPr txBox="1"/>
          <p:nvPr/>
        </p:nvSpPr>
        <p:spPr>
          <a:xfrm>
            <a:off x="489184" y="1153568"/>
            <a:ext cx="7359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采用的是面向对象的编程思想，以抽象的类来实例化不同的对象（部件）。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EE3569-0102-2FDA-5A9C-1B00EA343FA9}"/>
              </a:ext>
            </a:extLst>
          </p:cNvPr>
          <p:cNvSpPr txBox="1"/>
          <p:nvPr/>
        </p:nvSpPr>
        <p:spPr>
          <a:xfrm>
            <a:off x="2286103" y="2015744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身高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C950E2-B480-DB04-C6A1-A03F4288305D}"/>
              </a:ext>
            </a:extLst>
          </p:cNvPr>
          <p:cNvSpPr txBox="1"/>
          <p:nvPr/>
        </p:nvSpPr>
        <p:spPr>
          <a:xfrm>
            <a:off x="2286103" y="2394120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体重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51BB051-0A30-5329-076D-6239DA0D39BF}"/>
              </a:ext>
            </a:extLst>
          </p:cNvPr>
          <p:cNvSpPr txBox="1"/>
          <p:nvPr/>
        </p:nvSpPr>
        <p:spPr>
          <a:xfrm>
            <a:off x="2286103" y="3150872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技能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FEE5207-B0CF-DC50-92D4-DF315D57ABC2}"/>
              </a:ext>
            </a:extLst>
          </p:cNvPr>
          <p:cNvSpPr txBox="1"/>
          <p:nvPr/>
        </p:nvSpPr>
        <p:spPr>
          <a:xfrm>
            <a:off x="2286103" y="3527361"/>
            <a:ext cx="91087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性格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E15D52-CCF6-4F80-D4F0-456667BF9AF4}"/>
              </a:ext>
            </a:extLst>
          </p:cNvPr>
          <p:cNvSpPr txBox="1"/>
          <p:nvPr/>
        </p:nvSpPr>
        <p:spPr>
          <a:xfrm>
            <a:off x="2286103" y="2772496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年龄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F5A84E9-DBFA-C263-AA16-F752B35BD685}"/>
              </a:ext>
            </a:extLst>
          </p:cNvPr>
          <p:cNvSpPr txBox="1"/>
          <p:nvPr/>
        </p:nvSpPr>
        <p:spPr>
          <a:xfrm>
            <a:off x="729637" y="3362003"/>
            <a:ext cx="65064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人类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EEAC003-D999-3829-86D3-B654492698A8}"/>
              </a:ext>
            </a:extLst>
          </p:cNvPr>
          <p:cNvSpPr txBox="1"/>
          <p:nvPr/>
        </p:nvSpPr>
        <p:spPr>
          <a:xfrm>
            <a:off x="5556484" y="2016481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1.8m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330E667-7DC2-DA8F-1E88-2736A4526A72}"/>
              </a:ext>
            </a:extLst>
          </p:cNvPr>
          <p:cNvSpPr txBox="1"/>
          <p:nvPr/>
        </p:nvSpPr>
        <p:spPr>
          <a:xfrm>
            <a:off x="5556484" y="2398964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70kg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7936243-DB22-C46A-769F-27BEA445D889}"/>
              </a:ext>
            </a:extLst>
          </p:cNvPr>
          <p:cNvSpPr txBox="1"/>
          <p:nvPr/>
        </p:nvSpPr>
        <p:spPr>
          <a:xfrm>
            <a:off x="5556484" y="3163930"/>
            <a:ext cx="5579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搏击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6D583F-7891-D58C-DB58-CE9FF240486F}"/>
              </a:ext>
            </a:extLst>
          </p:cNvPr>
          <p:cNvSpPr txBox="1"/>
          <p:nvPr/>
        </p:nvSpPr>
        <p:spPr>
          <a:xfrm>
            <a:off x="5556484" y="3546411"/>
            <a:ext cx="6024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稳重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5E22FE8-4570-F906-7CC8-436E14CE12C5}"/>
              </a:ext>
            </a:extLst>
          </p:cNvPr>
          <p:cNvSpPr txBox="1"/>
          <p:nvPr/>
        </p:nvSpPr>
        <p:spPr>
          <a:xfrm>
            <a:off x="5556484" y="2781447"/>
            <a:ext cx="7046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39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岁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108A5B0-BC8F-3280-13EF-7437651B5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10" t="5053" r="7356" b="8127"/>
          <a:stretch/>
        </p:blipFill>
        <p:spPr>
          <a:xfrm>
            <a:off x="611316" y="2358236"/>
            <a:ext cx="887284" cy="969297"/>
          </a:xfrm>
          <a:prstGeom prst="rect">
            <a:avLst/>
          </a:prstGeom>
        </p:spPr>
      </p:pic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C2499FE2-38E0-6F63-0AE3-33343E6CFD4A}"/>
              </a:ext>
            </a:extLst>
          </p:cNvPr>
          <p:cNvCxnSpPr>
            <a:cxnSpLocks/>
          </p:cNvCxnSpPr>
          <p:nvPr/>
        </p:nvCxnSpPr>
        <p:spPr>
          <a:xfrm>
            <a:off x="2940284" y="2183835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19E538FF-5574-77CC-82D8-A9FFD36A762D}"/>
              </a:ext>
            </a:extLst>
          </p:cNvPr>
          <p:cNvCxnSpPr>
            <a:cxnSpLocks/>
          </p:cNvCxnSpPr>
          <p:nvPr/>
        </p:nvCxnSpPr>
        <p:spPr>
          <a:xfrm>
            <a:off x="2940284" y="2564603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7134181-DFD6-045B-4380-619BFCE74565}"/>
              </a:ext>
            </a:extLst>
          </p:cNvPr>
          <p:cNvCxnSpPr>
            <a:cxnSpLocks/>
          </p:cNvCxnSpPr>
          <p:nvPr/>
        </p:nvCxnSpPr>
        <p:spPr>
          <a:xfrm>
            <a:off x="2940284" y="2945371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1FE4EF8-76F9-99EA-44E5-D6165BBBD16C}"/>
              </a:ext>
            </a:extLst>
          </p:cNvPr>
          <p:cNvCxnSpPr>
            <a:cxnSpLocks/>
          </p:cNvCxnSpPr>
          <p:nvPr/>
        </p:nvCxnSpPr>
        <p:spPr>
          <a:xfrm>
            <a:off x="2940284" y="3706907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6F55530-DCB3-5B4D-A270-7822048ECD1C}"/>
              </a:ext>
            </a:extLst>
          </p:cNvPr>
          <p:cNvCxnSpPr>
            <a:cxnSpLocks/>
          </p:cNvCxnSpPr>
          <p:nvPr/>
        </p:nvCxnSpPr>
        <p:spPr>
          <a:xfrm>
            <a:off x="2940284" y="3326139"/>
            <a:ext cx="2520000" cy="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4F437101-8A3C-68AC-04CD-F8B51BA4A9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89" t="6223" r="7404" b="7727"/>
          <a:stretch/>
        </p:blipFill>
        <p:spPr>
          <a:xfrm>
            <a:off x="7079472" y="2406845"/>
            <a:ext cx="985027" cy="927038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09997E5F-4CE4-3AC7-28E2-12A1B6659913}"/>
              </a:ext>
            </a:extLst>
          </p:cNvPr>
          <p:cNvSpPr txBox="1"/>
          <p:nvPr/>
        </p:nvSpPr>
        <p:spPr>
          <a:xfrm>
            <a:off x="7162527" y="3368353"/>
            <a:ext cx="7935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李博士</a:t>
            </a:r>
          </a:p>
        </p:txBody>
      </p:sp>
    </p:spTree>
    <p:extLst>
      <p:ext uri="{BB962C8B-B14F-4D97-AF65-F5344CB8AC3E}">
        <p14:creationId xmlns:p14="http://schemas.microsoft.com/office/powerpoint/2010/main" val="280606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28" grpId="0"/>
      <p:bldP spid="29" grpId="0"/>
      <p:bldP spid="31" grpId="0"/>
      <p:bldP spid="32" grpId="0"/>
      <p:bldP spid="35" grpId="0"/>
      <p:bldP spid="37" grpId="0"/>
      <p:bldP spid="38" grpId="0"/>
      <p:bldP spid="39" grpId="0"/>
      <p:bldP spid="41" grpId="0"/>
      <p:bldP spid="42" grpId="0"/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2786E4D-2CF1-8B8B-FF57-9E6D680958E9}"/>
              </a:ext>
            </a:extLst>
          </p:cNvPr>
          <p:cNvSpPr/>
          <p:nvPr/>
        </p:nvSpPr>
        <p:spPr>
          <a:xfrm>
            <a:off x="6114547" y="1888851"/>
            <a:ext cx="1746753" cy="1598738"/>
          </a:xfrm>
          <a:prstGeom prst="roundRect">
            <a:avLst>
              <a:gd name="adj" fmla="val 83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5164EF3-F0D2-A07F-C3B7-E4C0663CE4AF}"/>
              </a:ext>
            </a:extLst>
          </p:cNvPr>
          <p:cNvSpPr/>
          <p:nvPr/>
        </p:nvSpPr>
        <p:spPr>
          <a:xfrm>
            <a:off x="2813566" y="2513562"/>
            <a:ext cx="1999734" cy="4170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E7AB9F-64F8-D078-591B-EBD8BE352ABA}"/>
              </a:ext>
            </a:extLst>
          </p:cNvPr>
          <p:cNvSpPr/>
          <p:nvPr/>
        </p:nvSpPr>
        <p:spPr>
          <a:xfrm>
            <a:off x="592165" y="2513562"/>
            <a:ext cx="1001802" cy="4170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50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BC6A55-BC91-EB16-7F10-FA743F5056D3}"/>
              </a:ext>
            </a:extLst>
          </p:cNvPr>
          <p:cNvSpPr txBox="1"/>
          <p:nvPr/>
        </p:nvSpPr>
        <p:spPr>
          <a:xfrm>
            <a:off x="622534" y="2552796"/>
            <a:ext cx="10018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b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</a:t>
            </a:r>
            <a:endParaRPr lang="zh-CN" altLang="en-US" sz="1600" b="1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CB797D4-3B05-7FC0-AC4C-CA20901B36ED}"/>
              </a:ext>
            </a:extLst>
          </p:cNvPr>
          <p:cNvCxnSpPr>
            <a:cxnSpLocks/>
          </p:cNvCxnSpPr>
          <p:nvPr/>
        </p:nvCxnSpPr>
        <p:spPr>
          <a:xfrm>
            <a:off x="1750057" y="2722073"/>
            <a:ext cx="90000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DA3325C-F39A-7020-5854-A1758E2B754E}"/>
              </a:ext>
            </a:extLst>
          </p:cNvPr>
          <p:cNvSpPr txBox="1"/>
          <p:nvPr/>
        </p:nvSpPr>
        <p:spPr>
          <a:xfrm>
            <a:off x="2899467" y="2552797"/>
            <a:ext cx="176580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（基础对象）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BDFF7D8-5971-70F2-BFB7-7B2E6ACB28A7}"/>
              </a:ext>
            </a:extLst>
          </p:cNvPr>
          <p:cNvSpPr txBox="1"/>
          <p:nvPr/>
        </p:nvSpPr>
        <p:spPr>
          <a:xfrm>
            <a:off x="6222497" y="1999179"/>
            <a:ext cx="156895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(lv_switch)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0107334-AAAA-E379-AAD9-2E0011B6D9EC}"/>
              </a:ext>
            </a:extLst>
          </p:cNvPr>
          <p:cNvSpPr txBox="1"/>
          <p:nvPr/>
        </p:nvSpPr>
        <p:spPr>
          <a:xfrm>
            <a:off x="6216147" y="2416202"/>
            <a:ext cx="164515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(lv_label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CAB65E6-ABFC-9D87-BA31-D813CE7D244E}"/>
              </a:ext>
            </a:extLst>
          </p:cNvPr>
          <p:cNvSpPr txBox="1"/>
          <p:nvPr/>
        </p:nvSpPr>
        <p:spPr>
          <a:xfrm>
            <a:off x="6216147" y="2833225"/>
            <a:ext cx="157530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(lv_slider)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07AFA2E-54D1-F589-1BAC-F40449502511}"/>
              </a:ext>
            </a:extLst>
          </p:cNvPr>
          <p:cNvSpPr txBox="1"/>
          <p:nvPr/>
        </p:nvSpPr>
        <p:spPr>
          <a:xfrm>
            <a:off x="6216147" y="3152922"/>
            <a:ext cx="62280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······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0F06868-741B-85CD-2F77-1DC9B118C4FC}"/>
              </a:ext>
            </a:extLst>
          </p:cNvPr>
          <p:cNvSpPr txBox="1"/>
          <p:nvPr/>
        </p:nvSpPr>
        <p:spPr>
          <a:xfrm>
            <a:off x="488816" y="1171309"/>
            <a:ext cx="669938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语言中没有“类”的概念，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以结构体的形式来实现“类”的思维。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179E8BA-4D84-2A2C-C22B-B080F8FFECB4}"/>
              </a:ext>
            </a:extLst>
          </p:cNvPr>
          <p:cNvCxnSpPr>
            <a:cxnSpLocks/>
          </p:cNvCxnSpPr>
          <p:nvPr/>
        </p:nvCxnSpPr>
        <p:spPr>
          <a:xfrm>
            <a:off x="4994907" y="2719996"/>
            <a:ext cx="90000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2BB5BCE9-E070-1FF0-BCE4-EBEB516EE1AB}"/>
              </a:ext>
            </a:extLst>
          </p:cNvPr>
          <p:cNvSpPr txBox="1"/>
          <p:nvPr/>
        </p:nvSpPr>
        <p:spPr>
          <a:xfrm>
            <a:off x="5163202" y="2398907"/>
            <a:ext cx="5888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衍生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25D5A9-B642-12B9-48FA-A90B6F0D30C5}"/>
              </a:ext>
            </a:extLst>
          </p:cNvPr>
          <p:cNvSpPr txBox="1"/>
          <p:nvPr/>
        </p:nvSpPr>
        <p:spPr>
          <a:xfrm>
            <a:off x="1852895" y="2398907"/>
            <a:ext cx="7570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实例化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42469DB-AA4A-1EA0-8DE0-3CCDE6FA1887}"/>
              </a:ext>
            </a:extLst>
          </p:cNvPr>
          <p:cNvSpPr txBox="1"/>
          <p:nvPr/>
        </p:nvSpPr>
        <p:spPr>
          <a:xfrm>
            <a:off x="3448925" y="3897611"/>
            <a:ext cx="75477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269E164-6666-3D4F-514E-B963E7E436E4}"/>
              </a:ext>
            </a:extLst>
          </p:cNvPr>
          <p:cNvCxnSpPr>
            <a:cxnSpLocks/>
          </p:cNvCxnSpPr>
          <p:nvPr/>
        </p:nvCxnSpPr>
        <p:spPr>
          <a:xfrm>
            <a:off x="3784600" y="3002502"/>
            <a:ext cx="0" cy="883698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A4D8A72-A5F0-97CD-BB8F-D39AA09E6C3B}"/>
              </a:ext>
            </a:extLst>
          </p:cNvPr>
          <p:cNvSpPr txBox="1"/>
          <p:nvPr/>
        </p:nvSpPr>
        <p:spPr>
          <a:xfrm>
            <a:off x="6649325" y="3897611"/>
            <a:ext cx="82805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C98CBEE-D173-2ED3-0EB8-981314195161}"/>
              </a:ext>
            </a:extLst>
          </p:cNvPr>
          <p:cNvCxnSpPr>
            <a:cxnSpLocks/>
          </p:cNvCxnSpPr>
          <p:nvPr/>
        </p:nvCxnSpPr>
        <p:spPr>
          <a:xfrm flipH="1">
            <a:off x="6994525" y="3540125"/>
            <a:ext cx="2924" cy="39861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6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7" grpId="0" animBg="1"/>
      <p:bldP spid="14" grpId="0" animBg="1"/>
      <p:bldP spid="30" grpId="0"/>
      <p:bldP spid="36" grpId="0"/>
      <p:bldP spid="40" grpId="0"/>
      <p:bldP spid="43" grpId="0"/>
      <p:bldP spid="44" grpId="0"/>
      <p:bldP spid="46" grpId="0"/>
      <p:bldP spid="48" grpId="0"/>
      <p:bldP spid="56" grpId="0"/>
      <p:bldP spid="57" grpId="0"/>
      <p:bldP spid="68" grpId="0"/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665" y="1652533"/>
            <a:ext cx="3799419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136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电机应用控制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/>
          <p:cNvSpPr>
            <a:spLocks noChangeArrowheads="1"/>
          </p:cNvSpPr>
          <p:nvPr/>
        </p:nvSpPr>
        <p:spPr bwMode="auto">
          <a:xfrm>
            <a:off x="3069907" y="1957364"/>
            <a:ext cx="3004185" cy="137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基础对象简介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A07901-1861-4354-9229-3AFD58944D33}"/>
              </a:ext>
            </a:extLst>
          </p:cNvPr>
          <p:cNvSpPr txBox="1"/>
          <p:nvPr/>
        </p:nvSpPr>
        <p:spPr>
          <a:xfrm>
            <a:off x="68578" y="466454"/>
            <a:ext cx="40233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B97948-081A-4736-854E-0D1915CBD8EF}"/>
              </a:ext>
            </a:extLst>
          </p:cNvPr>
          <p:cNvSpPr txBox="1"/>
          <p:nvPr/>
        </p:nvSpPr>
        <p:spPr>
          <a:xfrm>
            <a:off x="4165601" y="4835727"/>
            <a:ext cx="485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35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3E6299CF-FC48-1022-9C18-778ABD6DC932}"/>
              </a:ext>
            </a:extLst>
          </p:cNvPr>
          <p:cNvSpPr/>
          <p:nvPr/>
        </p:nvSpPr>
        <p:spPr>
          <a:xfrm>
            <a:off x="2703307" y="3220173"/>
            <a:ext cx="2085642" cy="1294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3380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基础对象简介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9B8EDC-89A5-B639-E6FD-414E7368BD16}"/>
              </a:ext>
            </a:extLst>
          </p:cNvPr>
          <p:cNvSpPr txBox="1"/>
          <p:nvPr/>
        </p:nvSpPr>
        <p:spPr>
          <a:xfrm>
            <a:off x="628650" y="1106707"/>
            <a:ext cx="76962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基础对象（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）可以作为父对象，来创建其他对象，同时它也可作为部件使用。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2CFFE49-8602-4927-0CB2-087063A50D17}"/>
              </a:ext>
            </a:extLst>
          </p:cNvPr>
          <p:cNvSpPr/>
          <p:nvPr/>
        </p:nvSpPr>
        <p:spPr>
          <a:xfrm>
            <a:off x="6584950" y="1613988"/>
            <a:ext cx="1575305" cy="1532584"/>
          </a:xfrm>
          <a:prstGeom prst="roundRect">
            <a:avLst>
              <a:gd name="adj" fmla="val 79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B54FDF-2F8C-A8A2-9181-BC462554ACD7}"/>
              </a:ext>
            </a:extLst>
          </p:cNvPr>
          <p:cNvSpPr txBox="1"/>
          <p:nvPr/>
        </p:nvSpPr>
        <p:spPr>
          <a:xfrm>
            <a:off x="6692899" y="1688903"/>
            <a:ext cx="146735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(lv_switch)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8271E5-1DBF-D0EA-267F-2794FE556F39}"/>
              </a:ext>
            </a:extLst>
          </p:cNvPr>
          <p:cNvSpPr txBox="1"/>
          <p:nvPr/>
        </p:nvSpPr>
        <p:spPr>
          <a:xfrm>
            <a:off x="6686551" y="2105927"/>
            <a:ext cx="13462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(lv_label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9CC6EA-4B38-E1B1-02AB-E4A970EC4699}"/>
              </a:ext>
            </a:extLst>
          </p:cNvPr>
          <p:cNvSpPr txBox="1"/>
          <p:nvPr/>
        </p:nvSpPr>
        <p:spPr>
          <a:xfrm>
            <a:off x="6686550" y="2522950"/>
            <a:ext cx="15753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(lv_slider)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992AFC-9679-9A2F-3F57-A13FE2F4274D}"/>
              </a:ext>
            </a:extLst>
          </p:cNvPr>
          <p:cNvSpPr txBox="1"/>
          <p:nvPr/>
        </p:nvSpPr>
        <p:spPr>
          <a:xfrm>
            <a:off x="6686550" y="2842647"/>
            <a:ext cx="622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······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D2BD195-64D0-5A54-384D-2DEE6C3D8E29}"/>
              </a:ext>
            </a:extLst>
          </p:cNvPr>
          <p:cNvCxnSpPr>
            <a:cxnSpLocks/>
          </p:cNvCxnSpPr>
          <p:nvPr/>
        </p:nvCxnSpPr>
        <p:spPr>
          <a:xfrm>
            <a:off x="4785561" y="2359315"/>
            <a:ext cx="1773989" cy="96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4D351A3E-579D-2ED0-8D59-857329C6C8C7}"/>
              </a:ext>
            </a:extLst>
          </p:cNvPr>
          <p:cNvSpPr/>
          <p:nvPr/>
        </p:nvSpPr>
        <p:spPr>
          <a:xfrm>
            <a:off x="2708992" y="1721804"/>
            <a:ext cx="2085642" cy="12942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DCAC925-DC27-EBA2-1E04-3ADB3BD41807}"/>
              </a:ext>
            </a:extLst>
          </p:cNvPr>
          <p:cNvSpPr txBox="1"/>
          <p:nvPr/>
        </p:nvSpPr>
        <p:spPr>
          <a:xfrm>
            <a:off x="2875476" y="2199232"/>
            <a:ext cx="177398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scr_act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（活动屏幕）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83DDE6D-BB40-0620-9120-79322F000C57}"/>
              </a:ext>
            </a:extLst>
          </p:cNvPr>
          <p:cNvSpPr txBox="1"/>
          <p:nvPr/>
        </p:nvSpPr>
        <p:spPr>
          <a:xfrm>
            <a:off x="5405892" y="2061138"/>
            <a:ext cx="5424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786F3D7-AD70-188D-05FB-DE71FC76AEC3}"/>
              </a:ext>
            </a:extLst>
          </p:cNvPr>
          <p:cNvSpPr txBox="1"/>
          <p:nvPr/>
        </p:nvSpPr>
        <p:spPr>
          <a:xfrm>
            <a:off x="637539" y="2919743"/>
            <a:ext cx="103505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基础对象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E773470-EA25-87B9-3DE3-92BCF48636C7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1672589" y="2368915"/>
            <a:ext cx="1036403" cy="72010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3C44A08-DE8C-40C1-3A2E-2EAA56EABB18}"/>
              </a:ext>
            </a:extLst>
          </p:cNvPr>
          <p:cNvCxnSpPr>
            <a:cxnSpLocks/>
          </p:cNvCxnSpPr>
          <p:nvPr/>
        </p:nvCxnSpPr>
        <p:spPr>
          <a:xfrm>
            <a:off x="1672589" y="3089020"/>
            <a:ext cx="1026826" cy="77191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BA0649F-85D5-1680-7D72-BDA4575226D8}"/>
              </a:ext>
            </a:extLst>
          </p:cNvPr>
          <p:cNvSpPr/>
          <p:nvPr/>
        </p:nvSpPr>
        <p:spPr>
          <a:xfrm>
            <a:off x="3450975" y="3380937"/>
            <a:ext cx="622990" cy="6210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80AF9F8-BE07-01E1-ADD2-ECE4A4AB1450}"/>
              </a:ext>
            </a:extLst>
          </p:cNvPr>
          <p:cNvSpPr txBox="1"/>
          <p:nvPr/>
        </p:nvSpPr>
        <p:spPr>
          <a:xfrm>
            <a:off x="3228884" y="4104311"/>
            <a:ext cx="10671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</a:t>
            </a:r>
          </a:p>
        </p:txBody>
      </p:sp>
    </p:spTree>
    <p:extLst>
      <p:ext uri="{BB962C8B-B14F-4D97-AF65-F5344CB8AC3E}">
        <p14:creationId xmlns:p14="http://schemas.microsoft.com/office/powerpoint/2010/main" val="382259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20" grpId="0"/>
      <p:bldP spid="23" grpId="0" animBg="1"/>
      <p:bldP spid="27" grpId="0"/>
      <p:bldP spid="30" grpId="0"/>
      <p:bldP spid="34" grpId="0"/>
      <p:bldP spid="35" grpId="0"/>
      <p:bldP spid="37" grpId="0" animBg="1"/>
      <p:bldP spid="42" grpId="0"/>
      <p:bldP spid="44" grpId="0"/>
      <p:bldP spid="47" grpId="0"/>
      <p:bldP spid="50" grpId="0" animBg="1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807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12E65E0-FD06-6866-32E7-074E6FC620BD}"/>
              </a:ext>
            </a:extLst>
          </p:cNvPr>
          <p:cNvSpPr txBox="1"/>
          <p:nvPr/>
        </p:nvSpPr>
        <p:spPr>
          <a:xfrm>
            <a:off x="641064" y="1737324"/>
            <a:ext cx="277346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、子对象会随着父对象移动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73E049-85F8-9E1B-97B4-F8DDFE4A7C15}"/>
              </a:ext>
            </a:extLst>
          </p:cNvPr>
          <p:cNvSpPr txBox="1"/>
          <p:nvPr/>
        </p:nvSpPr>
        <p:spPr>
          <a:xfrm>
            <a:off x="641063" y="3643357"/>
            <a:ext cx="544021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、子对象的位置超出父对象的范围，则超出的部分不显示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1231AC-52E9-3822-3CE0-2C4C72567AB0}"/>
              </a:ext>
            </a:extLst>
          </p:cNvPr>
          <p:cNvSpPr/>
          <p:nvPr/>
        </p:nvSpPr>
        <p:spPr>
          <a:xfrm>
            <a:off x="3601003" y="1260442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2C5F6-23DB-DB2F-33B9-1F4E2E0E39CE}"/>
              </a:ext>
            </a:extLst>
          </p:cNvPr>
          <p:cNvSpPr/>
          <p:nvPr/>
        </p:nvSpPr>
        <p:spPr>
          <a:xfrm>
            <a:off x="3601003" y="1260442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52C589-5477-4E71-0848-0240F161C34F}"/>
              </a:ext>
            </a:extLst>
          </p:cNvPr>
          <p:cNvSpPr/>
          <p:nvPr/>
        </p:nvSpPr>
        <p:spPr>
          <a:xfrm>
            <a:off x="3702889" y="1353713"/>
            <a:ext cx="5185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E2A1F0-6D98-A5DB-1CCA-030B0CCFA271}"/>
              </a:ext>
            </a:extLst>
          </p:cNvPr>
          <p:cNvSpPr txBox="1"/>
          <p:nvPr/>
        </p:nvSpPr>
        <p:spPr>
          <a:xfrm>
            <a:off x="4229069" y="1820534"/>
            <a:ext cx="53092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21FFAFE-3BA4-4070-BCF4-1590396AE29F}"/>
              </a:ext>
            </a:extLst>
          </p:cNvPr>
          <p:cNvSpPr txBox="1"/>
          <p:nvPr/>
        </p:nvSpPr>
        <p:spPr>
          <a:xfrm>
            <a:off x="3808443" y="1483489"/>
            <a:ext cx="36350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127613-3CE9-AF0C-0C75-D58A0122D0D7}"/>
              </a:ext>
            </a:extLst>
          </p:cNvPr>
          <p:cNvSpPr/>
          <p:nvPr/>
        </p:nvSpPr>
        <p:spPr>
          <a:xfrm>
            <a:off x="6261653" y="1260442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3DDBAFE-498F-9F14-839E-0820DFE9BE4B}"/>
              </a:ext>
            </a:extLst>
          </p:cNvPr>
          <p:cNvSpPr/>
          <p:nvPr/>
        </p:nvSpPr>
        <p:spPr>
          <a:xfrm>
            <a:off x="6680753" y="1457292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7500EF-0003-4E4F-630B-048DD4105FE7}"/>
              </a:ext>
            </a:extLst>
          </p:cNvPr>
          <p:cNvSpPr/>
          <p:nvPr/>
        </p:nvSpPr>
        <p:spPr>
          <a:xfrm>
            <a:off x="6782639" y="1550563"/>
            <a:ext cx="5185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234A3D2-F720-B3FD-CC03-3F9FBEE4E94D}"/>
              </a:ext>
            </a:extLst>
          </p:cNvPr>
          <p:cNvSpPr txBox="1"/>
          <p:nvPr/>
        </p:nvSpPr>
        <p:spPr>
          <a:xfrm>
            <a:off x="7308819" y="2017384"/>
            <a:ext cx="3901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467D46-4F54-0E16-56B1-15CB89532E05}"/>
              </a:ext>
            </a:extLst>
          </p:cNvPr>
          <p:cNvSpPr txBox="1"/>
          <p:nvPr/>
        </p:nvSpPr>
        <p:spPr>
          <a:xfrm>
            <a:off x="6881843" y="1680339"/>
            <a:ext cx="38255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5BA870-CF9F-7E50-FF27-BD4DD039AD9C}"/>
              </a:ext>
            </a:extLst>
          </p:cNvPr>
          <p:cNvSpPr/>
          <p:nvPr/>
        </p:nvSpPr>
        <p:spPr>
          <a:xfrm>
            <a:off x="6261980" y="3090741"/>
            <a:ext cx="2093677" cy="137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8F308E0-B7E5-E6F5-DE0E-15E87A51D93C}"/>
              </a:ext>
            </a:extLst>
          </p:cNvPr>
          <p:cNvSpPr/>
          <p:nvPr/>
        </p:nvSpPr>
        <p:spPr>
          <a:xfrm>
            <a:off x="6261980" y="3090741"/>
            <a:ext cx="1166577" cy="9372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257AD31-3E99-190D-B427-7788FC835517}"/>
              </a:ext>
            </a:extLst>
          </p:cNvPr>
          <p:cNvSpPr/>
          <p:nvPr/>
        </p:nvSpPr>
        <p:spPr>
          <a:xfrm>
            <a:off x="7100466" y="3184012"/>
            <a:ext cx="328091" cy="52760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AF9F59-789C-5BCC-69DD-AD6EB6F0ED30}"/>
              </a:ext>
            </a:extLst>
          </p:cNvPr>
          <p:cNvSpPr txBox="1"/>
          <p:nvPr/>
        </p:nvSpPr>
        <p:spPr>
          <a:xfrm>
            <a:off x="6548048" y="3664803"/>
            <a:ext cx="53092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7AA9264-D4B7-BF59-0CCB-B543680B5A13}"/>
              </a:ext>
            </a:extLst>
          </p:cNvPr>
          <p:cNvSpPr/>
          <p:nvPr/>
        </p:nvSpPr>
        <p:spPr>
          <a:xfrm>
            <a:off x="7420967" y="3184012"/>
            <a:ext cx="188289" cy="527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69310E8-7E33-F791-97FF-786CD17B7E2E}"/>
              </a:ext>
            </a:extLst>
          </p:cNvPr>
          <p:cNvSpPr txBox="1"/>
          <p:nvPr/>
        </p:nvSpPr>
        <p:spPr>
          <a:xfrm>
            <a:off x="7091720" y="3313788"/>
            <a:ext cx="33683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BFCFFCC-D571-B558-9F45-2682E3FB3174}"/>
              </a:ext>
            </a:extLst>
          </p:cNvPr>
          <p:cNvSpPr/>
          <p:nvPr/>
        </p:nvSpPr>
        <p:spPr>
          <a:xfrm>
            <a:off x="526765" y="1159973"/>
            <a:ext cx="8090472" cy="15641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5F7776E-9A4D-B22E-C2AC-3131C1416D4B}"/>
              </a:ext>
            </a:extLst>
          </p:cNvPr>
          <p:cNvSpPr/>
          <p:nvPr/>
        </p:nvSpPr>
        <p:spPr>
          <a:xfrm>
            <a:off x="523617" y="2994259"/>
            <a:ext cx="8090472" cy="156417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7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3" grpId="0" animBg="1"/>
      <p:bldP spid="2" grpId="0" animBg="1"/>
      <p:bldP spid="7" grpId="0" animBg="1"/>
      <p:bldP spid="35" grpId="0"/>
      <p:bldP spid="37" grpId="0"/>
      <p:bldP spid="38" grpId="0" animBg="1"/>
      <p:bldP spid="39" grpId="0" animBg="1"/>
      <p:bldP spid="41" grpId="0" animBg="1"/>
      <p:bldP spid="42" grpId="0"/>
      <p:bldP spid="45" grpId="0"/>
      <p:bldP spid="49" grpId="0" animBg="1"/>
      <p:bldP spid="50" grpId="0" animBg="1"/>
      <p:bldP spid="52" grpId="0" animBg="1"/>
      <p:bldP spid="53" grpId="0"/>
      <p:bldP spid="58" grpId="0" animBg="1"/>
      <p:bldP spid="54" grpId="0"/>
      <p:bldP spid="59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5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电机应用控制</a:t>
            </a:r>
            <a:endParaRPr lang="en-US" altLang="zh-CN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4" name="矩形 39"/>
          <p:cNvSpPr>
            <a:spLocks noChangeArrowheads="1"/>
          </p:cNvSpPr>
          <p:nvPr/>
        </p:nvSpPr>
        <p:spPr bwMode="auto">
          <a:xfrm>
            <a:off x="3069907" y="1957364"/>
            <a:ext cx="3004185" cy="137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基础对象简介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2.2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父和子对象的关系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  <a:endParaRPr lang="en-US" altLang="zh-CN" sz="2000" b="1">
              <a:solidFill>
                <a:srgbClr val="FF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A07901-1861-4354-9229-3AFD58944D33}"/>
              </a:ext>
            </a:extLst>
          </p:cNvPr>
          <p:cNvSpPr txBox="1"/>
          <p:nvPr/>
        </p:nvSpPr>
        <p:spPr>
          <a:xfrm>
            <a:off x="68578" y="466454"/>
            <a:ext cx="40233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B97948-081A-4736-854E-0D1915CBD8EF}"/>
              </a:ext>
            </a:extLst>
          </p:cNvPr>
          <p:cNvSpPr txBox="1"/>
          <p:nvPr/>
        </p:nvSpPr>
        <p:spPr>
          <a:xfrm>
            <a:off x="4165601" y="4835727"/>
            <a:ext cx="485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801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6F3D66-FE1C-919B-616D-BD505A4CABDF}"/>
              </a:ext>
            </a:extLst>
          </p:cNvPr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A9EC07-84AE-3749-F67B-D23DF17E41FB}"/>
              </a:ext>
            </a:extLst>
          </p:cNvPr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7B63AE-4788-74F1-C3CA-C9B78A3E954D}"/>
              </a:ext>
            </a:extLst>
          </p:cNvPr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1863059-A05C-32B3-6F75-3FE0203B938E}"/>
              </a:ext>
            </a:extLst>
          </p:cNvPr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64B78CD-ABA1-A50A-22FC-9DD94C4E1999}"/>
              </a:ext>
            </a:extLst>
          </p:cNvPr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721AEA-1F53-2CEA-5E1B-12041B2D0610}"/>
              </a:ext>
            </a:extLst>
          </p:cNvPr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0E6753F-4E79-4D2E-284E-27BB6B8E3F54}"/>
              </a:ext>
            </a:extLst>
          </p:cNvPr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1DB52-31EB-438E-46B9-D626B134CCD1}"/>
              </a:ext>
            </a:extLst>
          </p:cNvPr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6A43CAF-AB9A-113D-122C-997535C94176}"/>
              </a:ext>
            </a:extLst>
          </p:cNvPr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3B4E32-FE0F-C4AD-3B44-3A6A710C685C}"/>
              </a:ext>
            </a:extLst>
          </p:cNvPr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F95E35-FD97-3FEA-9959-5F0CB235C302}"/>
              </a:ext>
            </a:extLst>
          </p:cNvPr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51CF93-CCD1-8CE4-57D2-E7327CCD987F}"/>
              </a:ext>
            </a:extLst>
          </p:cNvPr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58EEAC7-0E0B-4CCF-3052-13728F3366F4}"/>
              </a:ext>
            </a:extLst>
          </p:cNvPr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6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6840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大小（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size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3010475" y="838522"/>
            <a:ext cx="29458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）相关参数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D97B66-6C73-8A9C-F10F-A012A16F13E9}"/>
              </a:ext>
            </a:extLst>
          </p:cNvPr>
          <p:cNvSpPr/>
          <p:nvPr/>
        </p:nvSpPr>
        <p:spPr>
          <a:xfrm>
            <a:off x="2298700" y="1463996"/>
            <a:ext cx="4451350" cy="29302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3FA400-CF8D-E229-2070-1B2B00715410}"/>
              </a:ext>
            </a:extLst>
          </p:cNvPr>
          <p:cNvSpPr/>
          <p:nvPr/>
        </p:nvSpPr>
        <p:spPr>
          <a:xfrm>
            <a:off x="3476751" y="2280260"/>
            <a:ext cx="2289049" cy="15978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EA555C4-0642-F823-FB9B-32C10527FB14}"/>
              </a:ext>
            </a:extLst>
          </p:cNvPr>
          <p:cNvCxnSpPr>
            <a:cxnSpLocks/>
          </p:cNvCxnSpPr>
          <p:nvPr/>
        </p:nvCxnSpPr>
        <p:spPr>
          <a:xfrm>
            <a:off x="3241264" y="2282641"/>
            <a:ext cx="0" cy="159542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5E165D1-A0B4-D8B3-016F-6D294646773C}"/>
              </a:ext>
            </a:extLst>
          </p:cNvPr>
          <p:cNvCxnSpPr>
            <a:cxnSpLocks/>
          </p:cNvCxnSpPr>
          <p:nvPr/>
        </p:nvCxnSpPr>
        <p:spPr>
          <a:xfrm>
            <a:off x="3038064" y="2282641"/>
            <a:ext cx="43868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6866C06-B867-2E40-2A3C-48628C145F83}"/>
              </a:ext>
            </a:extLst>
          </p:cNvPr>
          <p:cNvCxnSpPr>
            <a:cxnSpLocks/>
          </p:cNvCxnSpPr>
          <p:nvPr/>
        </p:nvCxnSpPr>
        <p:spPr>
          <a:xfrm>
            <a:off x="3040304" y="3875680"/>
            <a:ext cx="43868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CF0F78E-7B7C-C916-3BCB-2E000EA2D286}"/>
              </a:ext>
            </a:extLst>
          </p:cNvPr>
          <p:cNvCxnSpPr>
            <a:cxnSpLocks/>
          </p:cNvCxnSpPr>
          <p:nvPr/>
        </p:nvCxnSpPr>
        <p:spPr>
          <a:xfrm flipV="1">
            <a:off x="3476751" y="1962943"/>
            <a:ext cx="0" cy="32446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CC6C461-CF8E-D458-6329-CB0AF07D436B}"/>
              </a:ext>
            </a:extLst>
          </p:cNvPr>
          <p:cNvCxnSpPr>
            <a:cxnSpLocks/>
          </p:cNvCxnSpPr>
          <p:nvPr/>
        </p:nvCxnSpPr>
        <p:spPr>
          <a:xfrm flipV="1">
            <a:off x="5763419" y="1960561"/>
            <a:ext cx="0" cy="32446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2E047AA-EF5D-B992-2B2E-69C0BC541BEC}"/>
              </a:ext>
            </a:extLst>
          </p:cNvPr>
          <p:cNvCxnSpPr>
            <a:cxnSpLocks/>
          </p:cNvCxnSpPr>
          <p:nvPr/>
        </p:nvCxnSpPr>
        <p:spPr>
          <a:xfrm>
            <a:off x="3479515" y="2092141"/>
            <a:ext cx="2286285" cy="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9511D2A-74A8-5A08-976A-93566EAAC526}"/>
              </a:ext>
            </a:extLst>
          </p:cNvPr>
          <p:cNvSpPr txBox="1"/>
          <p:nvPr/>
        </p:nvSpPr>
        <p:spPr>
          <a:xfrm>
            <a:off x="2654783" y="2823111"/>
            <a:ext cx="60262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E01027B-703B-2C6A-A21D-272086D5865D}"/>
              </a:ext>
            </a:extLst>
          </p:cNvPr>
          <p:cNvSpPr txBox="1"/>
          <p:nvPr/>
        </p:nvSpPr>
        <p:spPr>
          <a:xfrm>
            <a:off x="4318773" y="1673950"/>
            <a:ext cx="60262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宽度</a:t>
            </a:r>
          </a:p>
        </p:txBody>
      </p:sp>
    </p:spTree>
    <p:extLst>
      <p:ext uri="{BB962C8B-B14F-4D97-AF65-F5344CB8AC3E}">
        <p14:creationId xmlns:p14="http://schemas.microsoft.com/office/powerpoint/2010/main" val="201546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49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620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大小（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size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637076" y="1165538"/>
            <a:ext cx="393492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）设置相关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BBA367-74BB-B283-55C8-7536D962EF79}"/>
              </a:ext>
            </a:extLst>
          </p:cNvPr>
          <p:cNvSpPr txBox="1"/>
          <p:nvPr/>
        </p:nvSpPr>
        <p:spPr>
          <a:xfrm>
            <a:off x="894425" y="2005144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设置宽度：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lv_obj_set_width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new_width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E48427-2958-A382-9C2A-0FA4AB5341BA}"/>
              </a:ext>
            </a:extLst>
          </p:cNvPr>
          <p:cNvSpPr/>
          <p:nvPr/>
        </p:nvSpPr>
        <p:spPr>
          <a:xfrm>
            <a:off x="732073" y="22142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294BA8-2E6B-3BA8-1A8F-30B70896DD7E}"/>
              </a:ext>
            </a:extLst>
          </p:cNvPr>
          <p:cNvSpPr txBox="1"/>
          <p:nvPr/>
        </p:nvSpPr>
        <p:spPr>
          <a:xfrm>
            <a:off x="894425" y="2556372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设置高度：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lv_obj_set_height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new_height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0560FE7-979A-9A5C-D01C-A6D8F8623D90}"/>
              </a:ext>
            </a:extLst>
          </p:cNvPr>
          <p:cNvSpPr/>
          <p:nvPr/>
        </p:nvSpPr>
        <p:spPr>
          <a:xfrm>
            <a:off x="732073" y="276546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4585ED-57AE-1844-C865-80BDD47B76F1}"/>
              </a:ext>
            </a:extLst>
          </p:cNvPr>
          <p:cNvSpPr txBox="1"/>
          <p:nvPr/>
        </p:nvSpPr>
        <p:spPr>
          <a:xfrm>
            <a:off x="894425" y="3116293"/>
            <a:ext cx="66811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同时设置宽度、高度：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new_width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new_height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77EF586-9A2B-AD45-0798-B73D2098A3AB}"/>
              </a:ext>
            </a:extLst>
          </p:cNvPr>
          <p:cNvSpPr/>
          <p:nvPr/>
        </p:nvSpPr>
        <p:spPr>
          <a:xfrm>
            <a:off x="732073" y="33253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12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23" grpId="0"/>
      <p:bldP spid="24" grpId="0" animBg="1"/>
      <p:bldP spid="25" grpId="0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6F3D66-FE1C-919B-616D-BD505A4CABDF}"/>
              </a:ext>
            </a:extLst>
          </p:cNvPr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A9EC07-84AE-3749-F67B-D23DF17E41FB}"/>
              </a:ext>
            </a:extLst>
          </p:cNvPr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7B63AE-4788-74F1-C3CA-C9B78A3E954D}"/>
              </a:ext>
            </a:extLst>
          </p:cNvPr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1863059-A05C-32B3-6F75-3FE0203B938E}"/>
              </a:ext>
            </a:extLst>
          </p:cNvPr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64B78CD-ABA1-A50A-22FC-9DD94C4E1999}"/>
              </a:ext>
            </a:extLst>
          </p:cNvPr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721AEA-1F53-2CEA-5E1B-12041B2D0610}"/>
              </a:ext>
            </a:extLst>
          </p:cNvPr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0E6753F-4E79-4D2E-284E-27BB6B8E3F54}"/>
              </a:ext>
            </a:extLst>
          </p:cNvPr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1DB52-31EB-438E-46B9-D626B134CCD1}"/>
              </a:ext>
            </a:extLst>
          </p:cNvPr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6A43CAF-AB9A-113D-122C-997535C94176}"/>
              </a:ext>
            </a:extLst>
          </p:cNvPr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3B4E32-FE0F-C4AD-3B44-3A6A710C685C}"/>
              </a:ext>
            </a:extLst>
          </p:cNvPr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F95E35-FD97-3FEA-9959-5F0CB235C302}"/>
              </a:ext>
            </a:extLst>
          </p:cNvPr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51CF93-CCD1-8CE4-57D2-E7327CCD987F}"/>
              </a:ext>
            </a:extLst>
          </p:cNvPr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58EEAC7-0E0B-4CCF-3052-13728F3366F4}"/>
              </a:ext>
            </a:extLst>
          </p:cNvPr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87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3603912" y="915666"/>
            <a:ext cx="16758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屏幕坐标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4EE4B9-88D4-7E71-7F52-C6F92CF2EDA6}"/>
              </a:ext>
            </a:extLst>
          </p:cNvPr>
          <p:cNvSpPr/>
          <p:nvPr/>
        </p:nvSpPr>
        <p:spPr>
          <a:xfrm>
            <a:off x="2209800" y="1572545"/>
            <a:ext cx="4464050" cy="2593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F3AAF6-8157-6533-230D-BAD00F71AA7B}"/>
              </a:ext>
            </a:extLst>
          </p:cNvPr>
          <p:cNvSpPr txBox="1"/>
          <p:nvPr/>
        </p:nvSpPr>
        <p:spPr>
          <a:xfrm>
            <a:off x="1453911" y="1216056"/>
            <a:ext cx="7348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0,0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49C37A-E9E6-7D73-9300-BDDE18D9F0C2}"/>
              </a:ext>
            </a:extLst>
          </p:cNvPr>
          <p:cNvSpPr txBox="1"/>
          <p:nvPr/>
        </p:nvSpPr>
        <p:spPr>
          <a:xfrm>
            <a:off x="6434318" y="4026970"/>
            <a:ext cx="13063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799,479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528A60-23E6-E602-1142-F18DB2FC072A}"/>
              </a:ext>
            </a:extLst>
          </p:cNvPr>
          <p:cNvSpPr txBox="1"/>
          <p:nvPr/>
        </p:nvSpPr>
        <p:spPr>
          <a:xfrm>
            <a:off x="3842634" y="2650543"/>
            <a:ext cx="130633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800 × 480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A97A30-AEA9-5872-9F4A-0EF086109F68}"/>
              </a:ext>
            </a:extLst>
          </p:cNvPr>
          <p:cNvSpPr txBox="1"/>
          <p:nvPr/>
        </p:nvSpPr>
        <p:spPr>
          <a:xfrm>
            <a:off x="6790803" y="1176602"/>
            <a:ext cx="43638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367E0D-AF1B-59B1-649B-F151FBE5BE67}"/>
              </a:ext>
            </a:extLst>
          </p:cNvPr>
          <p:cNvSpPr txBox="1"/>
          <p:nvPr/>
        </p:nvSpPr>
        <p:spPr>
          <a:xfrm>
            <a:off x="1861434" y="4033320"/>
            <a:ext cx="44907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4B9FC58-3A66-C500-D851-E81A06050381}"/>
              </a:ext>
            </a:extLst>
          </p:cNvPr>
          <p:cNvCxnSpPr/>
          <p:nvPr/>
        </p:nvCxnSpPr>
        <p:spPr>
          <a:xfrm>
            <a:off x="2209800" y="1572545"/>
            <a:ext cx="0" cy="308835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0F81D97-B025-8C40-D22E-D2931CB0BAFD}"/>
              </a:ext>
            </a:extLst>
          </p:cNvPr>
          <p:cNvCxnSpPr>
            <a:cxnSpLocks/>
          </p:cNvCxnSpPr>
          <p:nvPr/>
        </p:nvCxnSpPr>
        <p:spPr>
          <a:xfrm>
            <a:off x="2200367" y="1574926"/>
            <a:ext cx="5102133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A90C0E82-57B5-CFF8-7859-2FF7E554EFB9}"/>
              </a:ext>
            </a:extLst>
          </p:cNvPr>
          <p:cNvSpPr/>
          <p:nvPr/>
        </p:nvSpPr>
        <p:spPr>
          <a:xfrm>
            <a:off x="2175068" y="1539418"/>
            <a:ext cx="81280" cy="8281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31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6" grpId="0" animBg="1"/>
      <p:bldP spid="17" grpId="0"/>
      <p:bldP spid="18" grpId="0"/>
      <p:bldP spid="19" grpId="0"/>
      <p:bldP spid="20" grpId="0"/>
      <p:bldP spid="27" grpId="0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230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2845375" y="743272"/>
            <a:ext cx="346017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）相关参数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D97B66-6C73-8A9C-F10F-A012A16F13E9}"/>
              </a:ext>
            </a:extLst>
          </p:cNvPr>
          <p:cNvSpPr/>
          <p:nvPr/>
        </p:nvSpPr>
        <p:spPr>
          <a:xfrm>
            <a:off x="2298700" y="1394146"/>
            <a:ext cx="4438650" cy="26864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3FA400-CF8D-E229-2070-1B2B00715410}"/>
              </a:ext>
            </a:extLst>
          </p:cNvPr>
          <p:cNvSpPr/>
          <p:nvPr/>
        </p:nvSpPr>
        <p:spPr>
          <a:xfrm>
            <a:off x="3478394" y="2214762"/>
            <a:ext cx="1990598" cy="12519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2060"/>
              </a:solidFill>
              <a:ea typeface="思源黑体 CN Normal" panose="020B040000000000000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E01027B-703B-2C6A-A21D-272086D5865D}"/>
              </a:ext>
            </a:extLst>
          </p:cNvPr>
          <p:cNvSpPr txBox="1"/>
          <p:nvPr/>
        </p:nvSpPr>
        <p:spPr>
          <a:xfrm>
            <a:off x="3327962" y="2123426"/>
            <a:ext cx="98226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X,Y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4BB86F9-62E8-3CF6-09BB-659DFD044011}"/>
              </a:ext>
            </a:extLst>
          </p:cNvPr>
          <p:cNvSpPr txBox="1"/>
          <p:nvPr/>
        </p:nvSpPr>
        <p:spPr>
          <a:xfrm>
            <a:off x="2092641" y="4222869"/>
            <a:ext cx="495871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设置部件位置时，坐标原点在父对象的左上角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DEFD21-0720-A3D6-B1A5-4CA44B77E5D8}"/>
              </a:ext>
            </a:extLst>
          </p:cNvPr>
          <p:cNvSpPr txBox="1"/>
          <p:nvPr/>
        </p:nvSpPr>
        <p:spPr>
          <a:xfrm>
            <a:off x="1661722" y="1141474"/>
            <a:ext cx="617206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原点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CBE249A-ECEF-6B93-53DD-0AE83DCC47E1}"/>
              </a:ext>
            </a:extLst>
          </p:cNvPr>
          <p:cNvCxnSpPr>
            <a:cxnSpLocks/>
          </p:cNvCxnSpPr>
          <p:nvPr/>
        </p:nvCxnSpPr>
        <p:spPr>
          <a:xfrm>
            <a:off x="2296932" y="2214762"/>
            <a:ext cx="1181462" cy="0"/>
          </a:xfrm>
          <a:prstGeom prst="line">
            <a:avLst/>
          </a:prstGeom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7E922E4-7BFD-9910-96F7-CA6490364EFC}"/>
              </a:ext>
            </a:extLst>
          </p:cNvPr>
          <p:cNvCxnSpPr>
            <a:cxnSpLocks/>
          </p:cNvCxnSpPr>
          <p:nvPr/>
        </p:nvCxnSpPr>
        <p:spPr>
          <a:xfrm flipV="1">
            <a:off x="3478394" y="1394146"/>
            <a:ext cx="0" cy="820616"/>
          </a:xfrm>
          <a:prstGeom prst="line">
            <a:avLst/>
          </a:prstGeom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93689C7A-8F15-2869-717F-59679E808C93}"/>
              </a:ext>
            </a:extLst>
          </p:cNvPr>
          <p:cNvSpPr/>
          <p:nvPr/>
        </p:nvSpPr>
        <p:spPr>
          <a:xfrm>
            <a:off x="2264219" y="1364573"/>
            <a:ext cx="81280" cy="8281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83C2B7E-E1EB-4EC1-42D9-70578E5EAD0C}"/>
              </a:ext>
            </a:extLst>
          </p:cNvPr>
          <p:cNvSpPr txBox="1"/>
          <p:nvPr/>
        </p:nvSpPr>
        <p:spPr>
          <a:xfrm>
            <a:off x="4121054" y="2601884"/>
            <a:ext cx="7939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229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50" grpId="0"/>
      <p:bldP spid="25" grpId="0"/>
      <p:bldP spid="26" grpId="0"/>
      <p:bldP spid="30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位置（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position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610751" y="1176538"/>
            <a:ext cx="4393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）设置相关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BBA367-74BB-B283-55C8-7536D962EF79}"/>
              </a:ext>
            </a:extLst>
          </p:cNvPr>
          <p:cNvSpPr txBox="1"/>
          <p:nvPr/>
        </p:nvSpPr>
        <p:spPr>
          <a:xfrm>
            <a:off x="894425" y="2125794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lv_obj_set_x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new_x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E48427-2958-A382-9C2A-0FA4AB5341BA}"/>
              </a:ext>
            </a:extLst>
          </p:cNvPr>
          <p:cNvSpPr/>
          <p:nvPr/>
        </p:nvSpPr>
        <p:spPr>
          <a:xfrm>
            <a:off x="732073" y="233488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294BA8-2E6B-3BA8-1A8F-30B70896DD7E}"/>
              </a:ext>
            </a:extLst>
          </p:cNvPr>
          <p:cNvSpPr txBox="1"/>
          <p:nvPr/>
        </p:nvSpPr>
        <p:spPr>
          <a:xfrm>
            <a:off x="894425" y="2677022"/>
            <a:ext cx="45348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lv_obj_set_y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new_y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0560FE7-979A-9A5C-D01C-A6D8F8623D90}"/>
              </a:ext>
            </a:extLst>
          </p:cNvPr>
          <p:cNvSpPr/>
          <p:nvPr/>
        </p:nvSpPr>
        <p:spPr>
          <a:xfrm>
            <a:off x="732073" y="288611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4585ED-57AE-1844-C865-80BDD47B76F1}"/>
              </a:ext>
            </a:extLst>
          </p:cNvPr>
          <p:cNvSpPr txBox="1"/>
          <p:nvPr/>
        </p:nvSpPr>
        <p:spPr>
          <a:xfrm>
            <a:off x="894425" y="3236943"/>
            <a:ext cx="589533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同时设置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轴坐标：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lv_obj_set_pos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new_x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new_y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77EF586-9A2B-AD45-0798-B73D2098A3AB}"/>
              </a:ext>
            </a:extLst>
          </p:cNvPr>
          <p:cNvSpPr/>
          <p:nvPr/>
        </p:nvSpPr>
        <p:spPr>
          <a:xfrm>
            <a:off x="732073" y="34460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83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23" grpId="0"/>
      <p:bldP spid="24" grpId="0" animBg="1"/>
      <p:bldP spid="25" grpId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6F3D66-FE1C-919B-616D-BD505A4CABDF}"/>
              </a:ext>
            </a:extLst>
          </p:cNvPr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A9EC07-84AE-3749-F67B-D23DF17E41FB}"/>
              </a:ext>
            </a:extLst>
          </p:cNvPr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7B63AE-4788-74F1-C3CA-C9B78A3E954D}"/>
              </a:ext>
            </a:extLst>
          </p:cNvPr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1863059-A05C-32B3-6F75-3FE0203B938E}"/>
              </a:ext>
            </a:extLst>
          </p:cNvPr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64B78CD-ABA1-A50A-22FC-9DD94C4E1999}"/>
              </a:ext>
            </a:extLst>
          </p:cNvPr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721AEA-1F53-2CEA-5E1B-12041B2D0610}"/>
              </a:ext>
            </a:extLst>
          </p:cNvPr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0E6753F-4E79-4D2E-284E-27BB6B8E3F54}"/>
              </a:ext>
            </a:extLst>
          </p:cNvPr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1DB52-31EB-438E-46B9-D626B134CCD1}"/>
              </a:ext>
            </a:extLst>
          </p:cNvPr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6A43CAF-AB9A-113D-122C-997535C94176}"/>
              </a:ext>
            </a:extLst>
          </p:cNvPr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3B4E32-FE0F-C4AD-3B44-3A6A710C685C}"/>
              </a:ext>
            </a:extLst>
          </p:cNvPr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F95E35-FD97-3FEA-9959-5F0CB235C302}"/>
              </a:ext>
            </a:extLst>
          </p:cNvPr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51CF93-CCD1-8CE4-57D2-E7327CCD987F}"/>
              </a:ext>
            </a:extLst>
          </p:cNvPr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58EEAC7-0E0B-4CCF-3052-13728F3366F4}"/>
              </a:ext>
            </a:extLst>
          </p:cNvPr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2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23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alignment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1437859" y="1432346"/>
            <a:ext cx="20482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参照父对象对齐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D97B66-6C73-8A9C-F10F-A012A16F13E9}"/>
              </a:ext>
            </a:extLst>
          </p:cNvPr>
          <p:cNvSpPr/>
          <p:nvPr/>
        </p:nvSpPr>
        <p:spPr>
          <a:xfrm>
            <a:off x="838200" y="2093601"/>
            <a:ext cx="3194050" cy="18507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3FA400-CF8D-E229-2070-1B2B00715410}"/>
              </a:ext>
            </a:extLst>
          </p:cNvPr>
          <p:cNvSpPr/>
          <p:nvPr/>
        </p:nvSpPr>
        <p:spPr>
          <a:xfrm>
            <a:off x="1727876" y="2602158"/>
            <a:ext cx="1284106" cy="8332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ea typeface="思源黑体 CN Normal" panose="020B040000000000000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52E3BD-39A2-147B-4913-76362B711E90}"/>
              </a:ext>
            </a:extLst>
          </p:cNvPr>
          <p:cNvSpPr txBox="1"/>
          <p:nvPr/>
        </p:nvSpPr>
        <p:spPr>
          <a:xfrm>
            <a:off x="4798804" y="1438795"/>
            <a:ext cx="33373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参照其他对象对齐（无父子关系）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A23321-C45C-1E87-7F11-DEDA6AA6EE3B}"/>
              </a:ext>
            </a:extLst>
          </p:cNvPr>
          <p:cNvSpPr/>
          <p:nvPr/>
        </p:nvSpPr>
        <p:spPr>
          <a:xfrm>
            <a:off x="4870450" y="2093601"/>
            <a:ext cx="3194050" cy="18507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C3F9B0-AED7-B54C-0ADC-4433F4F32E4B}"/>
              </a:ext>
            </a:extLst>
          </p:cNvPr>
          <p:cNvSpPr/>
          <p:nvPr/>
        </p:nvSpPr>
        <p:spPr>
          <a:xfrm>
            <a:off x="5239841" y="2228211"/>
            <a:ext cx="1099191" cy="6848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ea typeface="思源黑体 CN Normal" panose="020B0400000000000000"/>
              </a:rPr>
              <a:t>A</a:t>
            </a:r>
            <a:endParaRPr lang="zh-CN" altLang="en-US" sz="1600">
              <a:ea typeface="思源黑体 CN Normal" panose="020B040000000000000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794BCD-4F65-05B4-7A94-9C64F2355B85}"/>
              </a:ext>
            </a:extLst>
          </p:cNvPr>
          <p:cNvSpPr/>
          <p:nvPr/>
        </p:nvSpPr>
        <p:spPr>
          <a:xfrm>
            <a:off x="6813630" y="2363882"/>
            <a:ext cx="850095" cy="415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4DE05C-2225-4F74-19B6-5E9508A4123D}"/>
              </a:ext>
            </a:extLst>
          </p:cNvPr>
          <p:cNvSpPr txBox="1"/>
          <p:nvPr/>
        </p:nvSpPr>
        <p:spPr>
          <a:xfrm>
            <a:off x="5392183" y="3524952"/>
            <a:ext cx="9364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2DECEF-6831-9363-FEBE-BFC9AACB51BB}"/>
              </a:ext>
            </a:extLst>
          </p:cNvPr>
          <p:cNvCxnSpPr>
            <a:cxnSpLocks/>
          </p:cNvCxnSpPr>
          <p:nvPr/>
        </p:nvCxnSpPr>
        <p:spPr>
          <a:xfrm flipV="1">
            <a:off x="5785763" y="2913090"/>
            <a:ext cx="0" cy="620937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BBB2A8D-6232-F959-48A6-E624081CE950}"/>
              </a:ext>
            </a:extLst>
          </p:cNvPr>
          <p:cNvSpPr txBox="1"/>
          <p:nvPr/>
        </p:nvSpPr>
        <p:spPr>
          <a:xfrm>
            <a:off x="6618347" y="3524951"/>
            <a:ext cx="14716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449DB64-2519-0CE5-1E78-8D2FA5407B0C}"/>
              </a:ext>
            </a:extLst>
          </p:cNvPr>
          <p:cNvCxnSpPr>
            <a:cxnSpLocks/>
          </p:cNvCxnSpPr>
          <p:nvPr/>
        </p:nvCxnSpPr>
        <p:spPr>
          <a:xfrm flipV="1">
            <a:off x="7236738" y="2773267"/>
            <a:ext cx="0" cy="729945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25EA995-4F42-8C18-1C87-3A09C2D354DC}"/>
              </a:ext>
            </a:extLst>
          </p:cNvPr>
          <p:cNvSpPr txBox="1"/>
          <p:nvPr/>
        </p:nvSpPr>
        <p:spPr>
          <a:xfrm>
            <a:off x="2032630" y="2886627"/>
            <a:ext cx="72539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277CF2-0BB3-97BC-438C-D800EE097AAB}"/>
              </a:ext>
            </a:extLst>
          </p:cNvPr>
          <p:cNvSpPr txBox="1"/>
          <p:nvPr/>
        </p:nvSpPr>
        <p:spPr>
          <a:xfrm>
            <a:off x="3162930" y="3524951"/>
            <a:ext cx="72539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</a:t>
            </a:r>
          </a:p>
        </p:txBody>
      </p:sp>
    </p:spTree>
    <p:extLst>
      <p:ext uri="{BB962C8B-B14F-4D97-AF65-F5344CB8AC3E}">
        <p14:creationId xmlns:p14="http://schemas.microsoft.com/office/powerpoint/2010/main" val="414653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7" grpId="0" animBg="1"/>
      <p:bldP spid="2" grpId="0" animBg="1"/>
      <p:bldP spid="18" grpId="0"/>
      <p:bldP spid="19" grpId="0" animBg="1"/>
      <p:bldP spid="20" grpId="0" animBg="1"/>
      <p:bldP spid="21" grpId="0" animBg="1"/>
      <p:bldP spid="16" grpId="0"/>
      <p:bldP spid="22" grpId="0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alignment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E2F559-61EC-0B99-10EB-136E087A9545}"/>
              </a:ext>
            </a:extLst>
          </p:cNvPr>
          <p:cNvSpPr txBox="1"/>
          <p:nvPr/>
        </p:nvSpPr>
        <p:spPr>
          <a:xfrm>
            <a:off x="774207" y="1242937"/>
            <a:ext cx="2714061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参照父对象对齐：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lv_obj_set_align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LV_ALIGN_...);</a:t>
            </a:r>
            <a:endParaRPr lang="zh-CN" altLang="en-US" sz="12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CC92C91-AC5F-D40F-6597-A444ADF8E5A0}"/>
              </a:ext>
            </a:extLst>
          </p:cNvPr>
          <p:cNvSpPr/>
          <p:nvPr/>
        </p:nvSpPr>
        <p:spPr>
          <a:xfrm>
            <a:off x="697365" y="14211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5E9949-0CEE-DBE7-565B-751993612231}"/>
              </a:ext>
            </a:extLst>
          </p:cNvPr>
          <p:cNvSpPr txBox="1"/>
          <p:nvPr/>
        </p:nvSpPr>
        <p:spPr>
          <a:xfrm>
            <a:off x="774207" y="1975541"/>
            <a:ext cx="2768254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参照父对象对齐，再进行偏移：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lv_obj_align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LV_ALIGN_..., x, y);</a:t>
            </a:r>
            <a:endParaRPr lang="zh-CN" altLang="en-US" sz="12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9C5DEBD-26A9-38F8-1E18-CD2E40D28895}"/>
              </a:ext>
            </a:extLst>
          </p:cNvPr>
          <p:cNvSpPr/>
          <p:nvPr/>
        </p:nvSpPr>
        <p:spPr>
          <a:xfrm>
            <a:off x="697365" y="215965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494066-56DE-009E-0ABC-8C972C619B95}"/>
              </a:ext>
            </a:extLst>
          </p:cNvPr>
          <p:cNvSpPr txBox="1"/>
          <p:nvPr/>
        </p:nvSpPr>
        <p:spPr>
          <a:xfrm>
            <a:off x="785211" y="3199634"/>
            <a:ext cx="4580510" cy="65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参照其他对象对齐（无父子关系），再进行偏移：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lv_obj_align_to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obj_to_align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obj_referece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LV_ALIGN_..., x, y);</a:t>
            </a:r>
            <a:endParaRPr lang="zh-CN" altLang="en-US" sz="12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89A3574-635D-23C7-75AB-1F5D5196E24F}"/>
              </a:ext>
            </a:extLst>
          </p:cNvPr>
          <p:cNvSpPr/>
          <p:nvPr/>
        </p:nvSpPr>
        <p:spPr>
          <a:xfrm>
            <a:off x="697365" y="338119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9BCF17-D6BD-7B0C-F582-47076049A34D}"/>
              </a:ext>
            </a:extLst>
          </p:cNvPr>
          <p:cNvSpPr/>
          <p:nvPr/>
        </p:nvSpPr>
        <p:spPr>
          <a:xfrm>
            <a:off x="506446" y="1159974"/>
            <a:ext cx="8090472" cy="16178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74037C-BACD-7EC9-05A5-C794C55A4A17}"/>
              </a:ext>
            </a:extLst>
          </p:cNvPr>
          <p:cNvSpPr/>
          <p:nvPr/>
        </p:nvSpPr>
        <p:spPr>
          <a:xfrm>
            <a:off x="5655733" y="1283998"/>
            <a:ext cx="2399242" cy="1356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A50A5E-B45D-7E42-58E8-E6F0613BDCFC}"/>
              </a:ext>
            </a:extLst>
          </p:cNvPr>
          <p:cNvSpPr/>
          <p:nvPr/>
        </p:nvSpPr>
        <p:spPr>
          <a:xfrm>
            <a:off x="6444633" y="1626960"/>
            <a:ext cx="821442" cy="6106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ea typeface="思源黑体 CN Normal" panose="020B0400000000000000"/>
              </a:rPr>
              <a:t>子对象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3109F5-FDEE-819C-F209-2E922DED7A9E}"/>
              </a:ext>
            </a:extLst>
          </p:cNvPr>
          <p:cNvSpPr/>
          <p:nvPr/>
        </p:nvSpPr>
        <p:spPr>
          <a:xfrm>
            <a:off x="506446" y="3013759"/>
            <a:ext cx="8090472" cy="16487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92E2AEE-3B25-94FE-65F7-B42FBE9D7B57}"/>
              </a:ext>
            </a:extLst>
          </p:cNvPr>
          <p:cNvSpPr/>
          <p:nvPr/>
        </p:nvSpPr>
        <p:spPr>
          <a:xfrm>
            <a:off x="5655733" y="3151141"/>
            <a:ext cx="2399242" cy="1356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86B3ACB-2B3F-8DE9-A7F5-5B6048A93694}"/>
              </a:ext>
            </a:extLst>
          </p:cNvPr>
          <p:cNvSpPr/>
          <p:nvPr/>
        </p:nvSpPr>
        <p:spPr>
          <a:xfrm>
            <a:off x="5866121" y="3281373"/>
            <a:ext cx="767514" cy="5019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ea typeface="思源黑体 CN Normal" panose="020B0400000000000000"/>
              </a:rPr>
              <a:t>A</a:t>
            </a:r>
            <a:endParaRPr lang="zh-CN" altLang="en-US">
              <a:ea typeface="思源黑体 CN Normal" panose="020B040000000000000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3EA78E-B178-6979-34BB-E7D22304A4A3}"/>
              </a:ext>
            </a:extLst>
          </p:cNvPr>
          <p:cNvSpPr/>
          <p:nvPr/>
        </p:nvSpPr>
        <p:spPr>
          <a:xfrm>
            <a:off x="7059491" y="3380143"/>
            <a:ext cx="593582" cy="3046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F913437-5C42-ABA6-21EE-1E125D430E63}"/>
              </a:ext>
            </a:extLst>
          </p:cNvPr>
          <p:cNvSpPr txBox="1"/>
          <p:nvPr/>
        </p:nvSpPr>
        <p:spPr>
          <a:xfrm>
            <a:off x="5849143" y="4058143"/>
            <a:ext cx="8606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80A8821-C406-DDD4-B0CD-03B0570A411E}"/>
              </a:ext>
            </a:extLst>
          </p:cNvPr>
          <p:cNvCxnSpPr>
            <a:cxnSpLocks/>
          </p:cNvCxnSpPr>
          <p:nvPr/>
        </p:nvCxnSpPr>
        <p:spPr>
          <a:xfrm flipV="1">
            <a:off x="6233198" y="3789872"/>
            <a:ext cx="0" cy="270953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83E5474-981C-FB15-9433-5233B4A841CE}"/>
              </a:ext>
            </a:extLst>
          </p:cNvPr>
          <p:cNvSpPr txBox="1"/>
          <p:nvPr/>
        </p:nvSpPr>
        <p:spPr>
          <a:xfrm>
            <a:off x="6741585" y="4058142"/>
            <a:ext cx="12879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FA616A6-3BF0-0A61-C04D-9B3D2771FB4C}"/>
              </a:ext>
            </a:extLst>
          </p:cNvPr>
          <p:cNvCxnSpPr>
            <a:cxnSpLocks/>
          </p:cNvCxnSpPr>
          <p:nvPr/>
        </p:nvCxnSpPr>
        <p:spPr>
          <a:xfrm flipV="1">
            <a:off x="7356282" y="3722924"/>
            <a:ext cx="0" cy="34455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422B678-2345-C2F8-F273-18E20DBB2DC8}"/>
              </a:ext>
            </a:extLst>
          </p:cNvPr>
          <p:cNvSpPr txBox="1"/>
          <p:nvPr/>
        </p:nvSpPr>
        <p:spPr>
          <a:xfrm>
            <a:off x="1916621" y="4196642"/>
            <a:ext cx="9364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基准对象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7BB5EB5-B300-6BA3-57D0-F1F3BA2C56C5}"/>
              </a:ext>
            </a:extLst>
          </p:cNvPr>
          <p:cNvCxnSpPr>
            <a:cxnSpLocks/>
          </p:cNvCxnSpPr>
          <p:nvPr/>
        </p:nvCxnSpPr>
        <p:spPr>
          <a:xfrm flipV="1">
            <a:off x="2326077" y="3823323"/>
            <a:ext cx="0" cy="37600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B43C1CC-C94E-ECB7-52B6-05B500510965}"/>
              </a:ext>
            </a:extLst>
          </p:cNvPr>
          <p:cNvSpPr txBox="1"/>
          <p:nvPr/>
        </p:nvSpPr>
        <p:spPr>
          <a:xfrm>
            <a:off x="2811179" y="4196641"/>
            <a:ext cx="12879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需要对齐的对象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67E6897-6922-BC21-D921-770A5D55D92F}"/>
              </a:ext>
            </a:extLst>
          </p:cNvPr>
          <p:cNvCxnSpPr>
            <a:cxnSpLocks/>
          </p:cNvCxnSpPr>
          <p:nvPr/>
        </p:nvCxnSpPr>
        <p:spPr>
          <a:xfrm flipV="1">
            <a:off x="3421309" y="3841373"/>
            <a:ext cx="0" cy="376001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80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19" grpId="0" animBg="1"/>
      <p:bldP spid="20" grpId="0"/>
      <p:bldP spid="21" grpId="0" animBg="1"/>
      <p:bldP spid="25" grpId="0" animBg="1"/>
      <p:bldP spid="26" grpId="0" animBg="1"/>
      <p:bldP spid="27" grpId="0" animBg="1"/>
      <p:bldP spid="29" grpId="0" animBg="1"/>
      <p:bldP spid="37" grpId="0" animBg="1"/>
      <p:bldP spid="38" grpId="0" animBg="1"/>
      <p:bldP spid="39" grpId="0" animBg="1"/>
      <p:bldP spid="40" grpId="0"/>
      <p:bldP spid="42" grpId="0"/>
      <p:bldP spid="44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14B23E13-058E-F34F-91BC-7498A2AD03B3}"/>
              </a:ext>
            </a:extLst>
          </p:cNvPr>
          <p:cNvSpPr txBox="1"/>
          <p:nvPr/>
        </p:nvSpPr>
        <p:spPr>
          <a:xfrm>
            <a:off x="1667886" y="4275880"/>
            <a:ext cx="198157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BB44DE-D05F-6CEF-4AA5-D1A82282F679}"/>
              </a:ext>
            </a:extLst>
          </p:cNvPr>
          <p:cNvSpPr txBox="1"/>
          <p:nvPr/>
        </p:nvSpPr>
        <p:spPr>
          <a:xfrm>
            <a:off x="3649465" y="4287822"/>
            <a:ext cx="175000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27168B-A6B3-2B39-2C7B-18B21E12B811}"/>
              </a:ext>
            </a:extLst>
          </p:cNvPr>
          <p:cNvSpPr txBox="1"/>
          <p:nvPr/>
        </p:nvSpPr>
        <p:spPr>
          <a:xfrm>
            <a:off x="5494535" y="4289539"/>
            <a:ext cx="198157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OUT_BOTTOM_RIGHT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59930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对齐的模式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FD97B66-6C73-8A9C-F10F-A012A16F13E9}"/>
              </a:ext>
            </a:extLst>
          </p:cNvPr>
          <p:cNvSpPr/>
          <p:nvPr/>
        </p:nvSpPr>
        <p:spPr>
          <a:xfrm>
            <a:off x="1713792" y="1418811"/>
            <a:ext cx="5521489" cy="2837261"/>
          </a:xfrm>
          <a:prstGeom prst="roundRect">
            <a:avLst>
              <a:gd name="adj" fmla="val 2567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8E974C-07A2-B676-BFA7-FFF8C818AD85}"/>
              </a:ext>
            </a:extLst>
          </p:cNvPr>
          <p:cNvSpPr txBox="1"/>
          <p:nvPr/>
        </p:nvSpPr>
        <p:spPr>
          <a:xfrm>
            <a:off x="444183" y="1423553"/>
            <a:ext cx="13719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OUT_LEFT_TOP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1AEA7F-9070-B1D6-B533-95189BB2FCB7}"/>
              </a:ext>
            </a:extLst>
          </p:cNvPr>
          <p:cNvSpPr txBox="1"/>
          <p:nvPr/>
        </p:nvSpPr>
        <p:spPr>
          <a:xfrm>
            <a:off x="417350" y="2625558"/>
            <a:ext cx="128718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A6EB77-621D-0BCE-40CC-F2C0DE231D25}"/>
              </a:ext>
            </a:extLst>
          </p:cNvPr>
          <p:cNvSpPr txBox="1"/>
          <p:nvPr/>
        </p:nvSpPr>
        <p:spPr>
          <a:xfrm>
            <a:off x="109220" y="3808708"/>
            <a:ext cx="171760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OUT_LEFT_BOTTOM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8D3CD4-D7F2-FA1E-00B0-1E93D23BD8B4}"/>
              </a:ext>
            </a:extLst>
          </p:cNvPr>
          <p:cNvSpPr txBox="1"/>
          <p:nvPr/>
        </p:nvSpPr>
        <p:spPr>
          <a:xfrm>
            <a:off x="7213600" y="1446818"/>
            <a:ext cx="150406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OUT_RIGHT_TOP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59E9FC-B218-71EB-C716-CEA567626259}"/>
              </a:ext>
            </a:extLst>
          </p:cNvPr>
          <p:cNvSpPr txBox="1"/>
          <p:nvPr/>
        </p:nvSpPr>
        <p:spPr>
          <a:xfrm>
            <a:off x="7213600" y="2625558"/>
            <a:ext cx="155772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2C9FD1-FB9B-8EAE-FA31-46C823F544DA}"/>
              </a:ext>
            </a:extLst>
          </p:cNvPr>
          <p:cNvSpPr txBox="1"/>
          <p:nvPr/>
        </p:nvSpPr>
        <p:spPr>
          <a:xfrm>
            <a:off x="7213600" y="3808708"/>
            <a:ext cx="182961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OUT_RIGHT_BOTTOM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671139A-E9A2-BCC5-92AE-ADC64E58F38B}"/>
              </a:ext>
            </a:extLst>
          </p:cNvPr>
          <p:cNvSpPr txBox="1"/>
          <p:nvPr/>
        </p:nvSpPr>
        <p:spPr>
          <a:xfrm>
            <a:off x="1667886" y="1027128"/>
            <a:ext cx="13719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327C74C-4D3B-6F2B-5123-1F490AE83587}"/>
              </a:ext>
            </a:extLst>
          </p:cNvPr>
          <p:cNvSpPr txBox="1"/>
          <p:nvPr/>
        </p:nvSpPr>
        <p:spPr>
          <a:xfrm>
            <a:off x="3712586" y="1027128"/>
            <a:ext cx="143726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97FF5A9-8849-5DE0-78F9-091F850858AE}"/>
              </a:ext>
            </a:extLst>
          </p:cNvPr>
          <p:cNvSpPr txBox="1"/>
          <p:nvPr/>
        </p:nvSpPr>
        <p:spPr>
          <a:xfrm>
            <a:off x="5822633" y="1027128"/>
            <a:ext cx="150406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OUT_TOP_RIGHT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4E1814F-AEA6-6963-1EF4-0F19E383FF75}"/>
              </a:ext>
            </a:extLst>
          </p:cNvPr>
          <p:cNvSpPr txBox="1"/>
          <p:nvPr/>
        </p:nvSpPr>
        <p:spPr>
          <a:xfrm>
            <a:off x="1839525" y="1431046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383D37-8BC7-662D-9029-E6E8EBB1F389}"/>
              </a:ext>
            </a:extLst>
          </p:cNvPr>
          <p:cNvSpPr txBox="1"/>
          <p:nvPr/>
        </p:nvSpPr>
        <p:spPr>
          <a:xfrm>
            <a:off x="3908634" y="1446817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473E34-1D98-F8BB-2061-398C8BFCB9E3}"/>
              </a:ext>
            </a:extLst>
          </p:cNvPr>
          <p:cNvSpPr txBox="1"/>
          <p:nvPr/>
        </p:nvSpPr>
        <p:spPr>
          <a:xfrm>
            <a:off x="6068095" y="1445101"/>
            <a:ext cx="114013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TOP_RIGHT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9D17441-9EC4-21D6-23B7-04C01424732D}"/>
              </a:ext>
            </a:extLst>
          </p:cNvPr>
          <p:cNvSpPr txBox="1"/>
          <p:nvPr/>
        </p:nvSpPr>
        <p:spPr>
          <a:xfrm>
            <a:off x="6120273" y="2625558"/>
            <a:ext cx="106711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RIGHT_MID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4DA5DA-6E7E-0FCD-4F88-55702DAC36AB}"/>
              </a:ext>
            </a:extLst>
          </p:cNvPr>
          <p:cNvSpPr txBox="1"/>
          <p:nvPr/>
        </p:nvSpPr>
        <p:spPr>
          <a:xfrm>
            <a:off x="1816100" y="2625558"/>
            <a:ext cx="95447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LEFT_MID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AEF622-8C34-34FD-502D-7451954ED5A6}"/>
              </a:ext>
            </a:extLst>
          </p:cNvPr>
          <p:cNvSpPr txBox="1"/>
          <p:nvPr/>
        </p:nvSpPr>
        <p:spPr>
          <a:xfrm>
            <a:off x="1816100" y="3808708"/>
            <a:ext cx="132734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BOTTOM_LEFT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0D69CF5-EB12-27A3-E58B-F8A48F308DC5}"/>
              </a:ext>
            </a:extLst>
          </p:cNvPr>
          <p:cNvSpPr txBox="1"/>
          <p:nvPr/>
        </p:nvSpPr>
        <p:spPr>
          <a:xfrm>
            <a:off x="5790039" y="3808708"/>
            <a:ext cx="145494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BOTTOM_RIGHT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07DB11-ABC5-BA58-05B2-5F2E5B159121}"/>
              </a:ext>
            </a:extLst>
          </p:cNvPr>
          <p:cNvSpPr txBox="1"/>
          <p:nvPr/>
        </p:nvSpPr>
        <p:spPr>
          <a:xfrm>
            <a:off x="3844171" y="3808708"/>
            <a:ext cx="130228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BOTTOM_MID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CC902F0-8519-0832-A3B3-52899507C6DA}"/>
              </a:ext>
            </a:extLst>
          </p:cNvPr>
          <p:cNvSpPr txBox="1"/>
          <p:nvPr/>
        </p:nvSpPr>
        <p:spPr>
          <a:xfrm>
            <a:off x="4019056" y="2625558"/>
            <a:ext cx="84405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CENTER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96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7" grpId="0" animBg="1"/>
      <p:bldP spid="20" grpId="0"/>
      <p:bldP spid="21" grpId="0"/>
      <p:bldP spid="22" grpId="0"/>
      <p:bldP spid="23" grpId="0"/>
      <p:bldP spid="24" grpId="0"/>
      <p:bldP spid="28" grpId="0"/>
      <p:bldP spid="34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6F3D66-FE1C-919B-616D-BD505A4CABDF}"/>
              </a:ext>
            </a:extLst>
          </p:cNvPr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A9EC07-84AE-3749-F67B-D23DF17E41FB}"/>
              </a:ext>
            </a:extLst>
          </p:cNvPr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7B63AE-4788-74F1-C3CA-C9B78A3E954D}"/>
              </a:ext>
            </a:extLst>
          </p:cNvPr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1863059-A05C-32B3-6F75-3FE0203B938E}"/>
              </a:ext>
            </a:extLst>
          </p:cNvPr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64B78CD-ABA1-A50A-22FC-9DD94C4E1999}"/>
              </a:ext>
            </a:extLst>
          </p:cNvPr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721AEA-1F53-2CEA-5E1B-12041B2D0610}"/>
              </a:ext>
            </a:extLst>
          </p:cNvPr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0E6753F-4E79-4D2E-284E-27BB6B8E3F54}"/>
              </a:ext>
            </a:extLst>
          </p:cNvPr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1DB52-31EB-438E-46B9-D626B134CCD1}"/>
              </a:ext>
            </a:extLst>
          </p:cNvPr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6A43CAF-AB9A-113D-122C-997535C94176}"/>
              </a:ext>
            </a:extLst>
          </p:cNvPr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3B4E32-FE0F-C4AD-3B44-3A6A710C685C}"/>
              </a:ext>
            </a:extLst>
          </p:cNvPr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F95E35-FD97-3FEA-9959-5F0CB235C302}"/>
              </a:ext>
            </a:extLst>
          </p:cNvPr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51CF93-CCD1-8CE4-57D2-E7327CCD987F}"/>
              </a:ext>
            </a:extLst>
          </p:cNvPr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58EEAC7-0E0B-4CCF-3052-13728F3366F4}"/>
              </a:ext>
            </a:extLst>
          </p:cNvPr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4263496-D72E-BD9D-E751-C7ABADC32B2B}"/>
              </a:ext>
            </a:extLst>
          </p:cNvPr>
          <p:cNvSpPr/>
          <p:nvPr/>
        </p:nvSpPr>
        <p:spPr>
          <a:xfrm>
            <a:off x="4831673" y="2152650"/>
            <a:ext cx="3559069" cy="1801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69752FE-59EA-4C7B-1737-133122FDA7C5}"/>
              </a:ext>
            </a:extLst>
          </p:cNvPr>
          <p:cNvSpPr/>
          <p:nvPr/>
        </p:nvSpPr>
        <p:spPr>
          <a:xfrm>
            <a:off x="650981" y="2152650"/>
            <a:ext cx="3559069" cy="18010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64493" y="1178391"/>
            <a:ext cx="63010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样式用于设置部件的外观，以优化显示界面和实现用户交互。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3F4A851-B40D-3316-A1D0-1D729FD98B52}"/>
              </a:ext>
            </a:extLst>
          </p:cNvPr>
          <p:cNvSpPr/>
          <p:nvPr/>
        </p:nvSpPr>
        <p:spPr>
          <a:xfrm>
            <a:off x="976081" y="2783098"/>
            <a:ext cx="713525" cy="450607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66E420E-C7AE-4A24-377F-33BA5BFC75A8}"/>
              </a:ext>
            </a:extLst>
          </p:cNvPr>
          <p:cNvSpPr/>
          <p:nvPr/>
        </p:nvSpPr>
        <p:spPr>
          <a:xfrm>
            <a:off x="2061425" y="2552700"/>
            <a:ext cx="713525" cy="1030393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53B6C90-8992-A27A-8E18-DBCAB1E8EA58}"/>
              </a:ext>
            </a:extLst>
          </p:cNvPr>
          <p:cNvSpPr/>
          <p:nvPr/>
        </p:nvSpPr>
        <p:spPr>
          <a:xfrm>
            <a:off x="3146769" y="2787945"/>
            <a:ext cx="713525" cy="450607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思源黑体 CN Normal" panose="020B0400000000000000"/>
              </a:rPr>
              <a:t>自动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250797-81FE-715A-A56F-D561ED89E8E4}"/>
              </a:ext>
            </a:extLst>
          </p:cNvPr>
          <p:cNvSpPr/>
          <p:nvPr/>
        </p:nvSpPr>
        <p:spPr>
          <a:xfrm>
            <a:off x="5179781" y="2827548"/>
            <a:ext cx="713525" cy="45060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2C01DB4-276E-6085-6A4C-33DE1B784B47}"/>
              </a:ext>
            </a:extLst>
          </p:cNvPr>
          <p:cNvSpPr/>
          <p:nvPr/>
        </p:nvSpPr>
        <p:spPr>
          <a:xfrm>
            <a:off x="6265125" y="2552700"/>
            <a:ext cx="713525" cy="1030393"/>
          </a:xfrm>
          <a:prstGeom prst="roundRect">
            <a:avLst/>
          </a:prstGeom>
          <a:solidFill>
            <a:srgbClr val="FF656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BDE4F8C-8990-F566-1756-042ACCE4AD24}"/>
              </a:ext>
            </a:extLst>
          </p:cNvPr>
          <p:cNvSpPr/>
          <p:nvPr/>
        </p:nvSpPr>
        <p:spPr>
          <a:xfrm>
            <a:off x="7350469" y="2832395"/>
            <a:ext cx="713525" cy="45060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ea typeface="思源黑体 CN Normal" panose="020B0400000000000000"/>
              </a:rPr>
              <a:t>自动</a:t>
            </a:r>
          </a:p>
        </p:txBody>
      </p:sp>
    </p:spTree>
    <p:extLst>
      <p:ext uri="{BB962C8B-B14F-4D97-AF65-F5344CB8AC3E}">
        <p14:creationId xmlns:p14="http://schemas.microsoft.com/office/powerpoint/2010/main" val="314309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0" grpId="0" animBg="1"/>
      <p:bldP spid="29" grpId="0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28B13E-B7BB-4222-51B9-1E9DF86E5C8D}"/>
              </a:ext>
            </a:extLst>
          </p:cNvPr>
          <p:cNvSpPr txBox="1"/>
          <p:nvPr/>
        </p:nvSpPr>
        <p:spPr>
          <a:xfrm>
            <a:off x="707609" y="1660056"/>
            <a:ext cx="29626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如何给部件添加样式？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69221A-5DB5-D399-57EB-7FFBF18EB6B0}"/>
              </a:ext>
            </a:extLst>
          </p:cNvPr>
          <p:cNvSpPr txBox="1"/>
          <p:nvPr/>
        </p:nvSpPr>
        <p:spPr>
          <a:xfrm>
            <a:off x="707609" y="2239133"/>
            <a:ext cx="2878373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什么时候样式会生效？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1E802E-4204-D6FE-2FA4-761276912C8E}"/>
              </a:ext>
            </a:extLst>
          </p:cNvPr>
          <p:cNvSpPr txBox="1"/>
          <p:nvPr/>
        </p:nvSpPr>
        <p:spPr>
          <a:xfrm>
            <a:off x="707609" y="2818210"/>
            <a:ext cx="30388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有哪些样式属性可以设置？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94F8A1-136E-8A08-E4FA-9112DA84517B}"/>
              </a:ext>
            </a:extLst>
          </p:cNvPr>
          <p:cNvSpPr txBox="1"/>
          <p:nvPr/>
        </p:nvSpPr>
        <p:spPr>
          <a:xfrm>
            <a:off x="707609" y="3397286"/>
            <a:ext cx="40358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  如何单独设置部件中某个部分的样式？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E7F429-AFCF-8080-72C4-CA0A2E8B3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81" y="1907687"/>
            <a:ext cx="1848921" cy="168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3230270" y="510351"/>
            <a:ext cx="24974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如何给部件添加样式？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70DCD0-D0C1-5404-CCCC-3847A3118DE7}"/>
              </a:ext>
            </a:extLst>
          </p:cNvPr>
          <p:cNvSpPr txBox="1"/>
          <p:nvPr/>
        </p:nvSpPr>
        <p:spPr>
          <a:xfrm>
            <a:off x="899585" y="1139030"/>
            <a:ext cx="16023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添加普通样式：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D988F28-3B9A-8C01-D11B-6BD43A9FD536}"/>
              </a:ext>
            </a:extLst>
          </p:cNvPr>
          <p:cNvSpPr/>
          <p:nvPr/>
        </p:nvSpPr>
        <p:spPr>
          <a:xfrm>
            <a:off x="807932" y="132000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2E7154-046F-E5C6-AC88-C76BA67D51B4}"/>
              </a:ext>
            </a:extLst>
          </p:cNvPr>
          <p:cNvSpPr txBox="1"/>
          <p:nvPr/>
        </p:nvSpPr>
        <p:spPr>
          <a:xfrm>
            <a:off x="999489" y="1565603"/>
            <a:ext cx="7211061" cy="16293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style; 					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定义样式变量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lv_style_init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(&amp;style); 					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初始化样式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lv_style_set_bg_color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(&amp;style, 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lv_color_hex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12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0xf4b183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)); 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设置背景颜色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endParaRPr lang="en-US" altLang="zh-CN" sz="12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 obj = 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lv_obj_create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lv_scr_act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()); 		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创建一个部件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lv_obj_add_style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&amp; style, LV_STATE_DEFAULT); 	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设置部件的样式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zh-CN" altLang="en-US" sz="1200" dirty="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7724ADD-A21E-3143-E01D-2C043D334CC6}"/>
              </a:ext>
            </a:extLst>
          </p:cNvPr>
          <p:cNvSpPr txBox="1"/>
          <p:nvPr/>
        </p:nvSpPr>
        <p:spPr>
          <a:xfrm>
            <a:off x="899585" y="3363554"/>
            <a:ext cx="16023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添加本地样式：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08550A0-AFA0-14FD-D274-3B7A35CB76F5}"/>
              </a:ext>
            </a:extLst>
          </p:cNvPr>
          <p:cNvSpPr/>
          <p:nvPr/>
        </p:nvSpPr>
        <p:spPr>
          <a:xfrm>
            <a:off x="807932" y="35445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B789D6C-A19F-A65F-78A0-2FFDDDAA4F7B}"/>
              </a:ext>
            </a:extLst>
          </p:cNvPr>
          <p:cNvSpPr txBox="1"/>
          <p:nvPr/>
        </p:nvSpPr>
        <p:spPr>
          <a:xfrm>
            <a:off x="999489" y="3834577"/>
            <a:ext cx="7211061" cy="6136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 obj = 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lv_obj_create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lv_scr_act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()); 					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创建一个部件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(obj, </a:t>
            </a:r>
            <a:r>
              <a:rPr lang="en-US" altLang="zh-CN" sz="12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lv_color_hex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12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0xf4b183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),LV_STATE_DEFAULT);	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设置部件的样式 *</a:t>
            </a:r>
            <a:r>
              <a:rPr lang="en-US" altLang="zh-CN" sz="12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zh-CN" altLang="en-US" sz="1200" dirty="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600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8" grpId="0"/>
      <p:bldP spid="19" grpId="0" animBg="1"/>
      <p:bldP spid="20" grpId="0" animBg="1"/>
      <p:bldP spid="24" grpId="0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3349728" y="852150"/>
            <a:ext cx="244454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什么时候样式会生效？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F107A6F-5898-1A0D-6129-6CA416BD6273}"/>
              </a:ext>
            </a:extLst>
          </p:cNvPr>
          <p:cNvSpPr txBox="1"/>
          <p:nvPr/>
        </p:nvSpPr>
        <p:spPr>
          <a:xfrm>
            <a:off x="467346" y="1597647"/>
            <a:ext cx="8209307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LV_STATE_DEFAULT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LV_STATE_CHECKED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0x0001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切换或选中状态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LV_STATE_FOCUSED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0x0002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通过键盘、编码器聚焦或通过触摸板、鼠标单击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LV_STATE_FOCUS_KEY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0x0004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通过键盘、编码器聚焦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LV_STATE_EDITED 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0x0008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由编码器编辑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LV_STATE_HOVERED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0x0010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鼠标悬停（现在不支持）*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LV_STATE_PRESSED 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0x0020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已按下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LV_STATE_SCROLLED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0x0040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LV_STATE_DISABLED    	=  </a:t>
            </a:r>
            <a:r>
              <a:rPr lang="en-US" altLang="zh-CN" sz="140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0x0080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	 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禁用状态 *</a:t>
            </a:r>
            <a:r>
              <a:rPr lang="en-US" altLang="zh-CN" sz="14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</a:t>
            </a:r>
          </a:p>
          <a:p>
            <a:r>
              <a:rPr lang="en-US" altLang="zh-CN" sz="140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270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3143901" y="1078282"/>
            <a:ext cx="29101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有哪些样式属性可以设置？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02B6A18-0A82-5D32-67A8-5DFA57C12CC8}"/>
              </a:ext>
            </a:extLst>
          </p:cNvPr>
          <p:cNvSpPr/>
          <p:nvPr/>
        </p:nvSpPr>
        <p:spPr>
          <a:xfrm>
            <a:off x="374649" y="217063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2F9E6F-3192-2223-02D2-E030050980B1}"/>
              </a:ext>
            </a:extLst>
          </p:cNvPr>
          <p:cNvSpPr txBox="1"/>
          <p:nvPr/>
        </p:nvSpPr>
        <p:spPr>
          <a:xfrm>
            <a:off x="594357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C14041-5DD8-D381-5CDE-FFA89F8D0DA9}"/>
              </a:ext>
            </a:extLst>
          </p:cNvPr>
          <p:cNvSpPr txBox="1"/>
          <p:nvPr/>
        </p:nvSpPr>
        <p:spPr>
          <a:xfrm>
            <a:off x="640394" y="2885774"/>
            <a:ext cx="589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A771F9-809B-56B6-C225-935D14D29610}"/>
              </a:ext>
            </a:extLst>
          </p:cNvPr>
          <p:cNvSpPr/>
          <p:nvPr/>
        </p:nvSpPr>
        <p:spPr>
          <a:xfrm>
            <a:off x="1596921" y="217063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B3613E-71E8-0FD8-2C19-A49FC6965CCB}"/>
              </a:ext>
            </a:extLst>
          </p:cNvPr>
          <p:cNvSpPr txBox="1"/>
          <p:nvPr/>
        </p:nvSpPr>
        <p:spPr>
          <a:xfrm>
            <a:off x="1822979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EE5F1-9162-6095-8ECC-EC363B582C0B}"/>
              </a:ext>
            </a:extLst>
          </p:cNvPr>
          <p:cNvSpPr txBox="1"/>
          <p:nvPr/>
        </p:nvSpPr>
        <p:spPr>
          <a:xfrm>
            <a:off x="1705608" y="2885774"/>
            <a:ext cx="9556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7EE59FF-037F-1A18-7BBE-53B1833FEEF3}"/>
              </a:ext>
            </a:extLst>
          </p:cNvPr>
          <p:cNvSpPr/>
          <p:nvPr/>
        </p:nvSpPr>
        <p:spPr>
          <a:xfrm>
            <a:off x="4041465" y="217805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33F50C-01FF-4934-1FC1-74A50084298E}"/>
              </a:ext>
            </a:extLst>
          </p:cNvPr>
          <p:cNvSpPr txBox="1"/>
          <p:nvPr/>
        </p:nvSpPr>
        <p:spPr>
          <a:xfrm>
            <a:off x="4261173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轮廓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497F3B-3735-5FFD-BE51-08446BEEF7D9}"/>
              </a:ext>
            </a:extLst>
          </p:cNvPr>
          <p:cNvSpPr txBox="1"/>
          <p:nvPr/>
        </p:nvSpPr>
        <p:spPr>
          <a:xfrm>
            <a:off x="4191011" y="2885774"/>
            <a:ext cx="98488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Outline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3619F9C-BEE2-0352-CCC8-97C8964EF680}"/>
              </a:ext>
            </a:extLst>
          </p:cNvPr>
          <p:cNvSpPr/>
          <p:nvPr/>
        </p:nvSpPr>
        <p:spPr>
          <a:xfrm>
            <a:off x="2819193" y="2196457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3A403A2-A645-EF11-FAD6-489C5FD62C34}"/>
              </a:ext>
            </a:extLst>
          </p:cNvPr>
          <p:cNvSpPr txBox="1"/>
          <p:nvPr/>
        </p:nvSpPr>
        <p:spPr>
          <a:xfrm>
            <a:off x="3045251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F53E837-481F-AD2D-1F70-9889225CC547}"/>
              </a:ext>
            </a:extLst>
          </p:cNvPr>
          <p:cNvSpPr txBox="1"/>
          <p:nvPr/>
        </p:nvSpPr>
        <p:spPr>
          <a:xfrm>
            <a:off x="2761305" y="2885774"/>
            <a:ext cx="126619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Background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A4E1D91-41C5-367F-9F6D-939AD37AEED6}"/>
              </a:ext>
            </a:extLst>
          </p:cNvPr>
          <p:cNvSpPr/>
          <p:nvPr/>
        </p:nvSpPr>
        <p:spPr>
          <a:xfrm>
            <a:off x="5263737" y="2179875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F6756B4-FE8A-ACFE-3101-888563EA774F}"/>
              </a:ext>
            </a:extLst>
          </p:cNvPr>
          <p:cNvSpPr txBox="1"/>
          <p:nvPr/>
        </p:nvSpPr>
        <p:spPr>
          <a:xfrm>
            <a:off x="5496145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边框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7DE100B-A1CE-E955-2918-919E0CB34946}"/>
              </a:ext>
            </a:extLst>
          </p:cNvPr>
          <p:cNvSpPr txBox="1"/>
          <p:nvPr/>
        </p:nvSpPr>
        <p:spPr>
          <a:xfrm>
            <a:off x="5451490" y="2885774"/>
            <a:ext cx="86024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Border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A6140B1-C38E-84A7-E7D7-2BA121B94988}"/>
              </a:ext>
            </a:extLst>
          </p:cNvPr>
          <p:cNvSpPr/>
          <p:nvPr/>
        </p:nvSpPr>
        <p:spPr>
          <a:xfrm>
            <a:off x="6486009" y="2179875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E8132F5-24B3-C3A6-8345-1AB11DF3FB9B}"/>
              </a:ext>
            </a:extLst>
          </p:cNvPr>
          <p:cNvSpPr txBox="1"/>
          <p:nvPr/>
        </p:nvSpPr>
        <p:spPr>
          <a:xfrm>
            <a:off x="6705717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阴影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DB9F42E-5DEA-6F47-818D-D669BE73F407}"/>
              </a:ext>
            </a:extLst>
          </p:cNvPr>
          <p:cNvSpPr txBox="1"/>
          <p:nvPr/>
        </p:nvSpPr>
        <p:spPr>
          <a:xfrm>
            <a:off x="6613541" y="2885774"/>
            <a:ext cx="8948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Shadow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8BBB34C-F00C-9F43-517F-ED923F29C8D3}"/>
              </a:ext>
            </a:extLst>
          </p:cNvPr>
          <p:cNvSpPr/>
          <p:nvPr/>
        </p:nvSpPr>
        <p:spPr>
          <a:xfrm>
            <a:off x="7708282" y="2178056"/>
            <a:ext cx="1091881" cy="13144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F1D1DC-DC5F-1ED1-49C9-23536C26E9CE}"/>
              </a:ext>
            </a:extLst>
          </p:cNvPr>
          <p:cNvSpPr txBox="1"/>
          <p:nvPr/>
        </p:nvSpPr>
        <p:spPr>
          <a:xfrm>
            <a:off x="7948292" y="2412696"/>
            <a:ext cx="6819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其它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C72531-AFBB-40CB-39A9-82CE902035DA}"/>
              </a:ext>
            </a:extLst>
          </p:cNvPr>
          <p:cNvSpPr txBox="1"/>
          <p:nvPr/>
        </p:nvSpPr>
        <p:spPr>
          <a:xfrm>
            <a:off x="7896238" y="2885774"/>
            <a:ext cx="83690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Others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802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" grpId="0" animBg="1"/>
      <p:bldP spid="17" grpId="0"/>
      <p:bldP spid="21" grpId="0"/>
      <p:bldP spid="22" grpId="0" animBg="1"/>
      <p:bldP spid="23" grpId="0"/>
      <p:bldP spid="27" grpId="0"/>
      <p:bldP spid="28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>
            <a:extLst>
              <a:ext uri="{FF2B5EF4-FFF2-40B4-BE49-F238E27FC236}">
                <a16:creationId xmlns:a16="http://schemas.microsoft.com/office/drawing/2014/main" id="{9F107A6F-5898-1A0D-6129-6CA416BD6273}"/>
              </a:ext>
            </a:extLst>
          </p:cNvPr>
          <p:cNvSpPr txBox="1"/>
          <p:nvPr/>
        </p:nvSpPr>
        <p:spPr>
          <a:xfrm>
            <a:off x="719447" y="2085235"/>
            <a:ext cx="7669507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0000FF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	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0x000000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主体，像矩形一样的背景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LV_PART_SCROLLBAR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0x010000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0x020000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指示器，指示当前值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LV_PART_KNOB	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0x030000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手柄或旋钮，用于调整参数值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0x040000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选项框，指示当前选择的选项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LV_PART_ITEMS	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0x050000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相似的元素，例如单元格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LV_PART_TICKS	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0x060000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刻度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LV_PART_CURSOR		=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0x070000</a:t>
            </a:r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	 	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 *</a:t>
            </a:r>
            <a:r>
              <a:rPr lang="en-US" altLang="zh-CN" sz="1400" dirty="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400" dirty="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400" dirty="0"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3C0DE91-6E0B-CBCF-B1D2-7BD8EBA4453F}"/>
              </a:ext>
            </a:extLst>
          </p:cNvPr>
          <p:cNvSpPr/>
          <p:nvPr/>
        </p:nvSpPr>
        <p:spPr>
          <a:xfrm>
            <a:off x="6268230" y="1571887"/>
            <a:ext cx="1832619" cy="17476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样式（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styles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606863" y="1179852"/>
            <a:ext cx="404802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如何单独设置部件中某个部分的样式？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52C1495-E793-9AE7-8F9D-ABD28EC5E7B8}"/>
              </a:ext>
            </a:extLst>
          </p:cNvPr>
          <p:cNvSpPr/>
          <p:nvPr/>
        </p:nvSpPr>
        <p:spPr>
          <a:xfrm>
            <a:off x="5407163" y="1571887"/>
            <a:ext cx="1053612" cy="1747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41DB75E-CA48-241A-96E6-2FDECA228567}"/>
              </a:ext>
            </a:extLst>
          </p:cNvPr>
          <p:cNvSpPr/>
          <p:nvPr/>
        </p:nvSpPr>
        <p:spPr>
          <a:xfrm>
            <a:off x="6276932" y="1501453"/>
            <a:ext cx="321955" cy="3139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DE69D8-026F-8C9C-80BC-22C214F5FA37}"/>
              </a:ext>
            </a:extLst>
          </p:cNvPr>
          <p:cNvCxnSpPr>
            <a:cxnSpLocks/>
          </p:cNvCxnSpPr>
          <p:nvPr/>
        </p:nvCxnSpPr>
        <p:spPr>
          <a:xfrm flipV="1">
            <a:off x="7586522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E23F777-E1FD-3744-2500-2AA1CE86023B}"/>
              </a:ext>
            </a:extLst>
          </p:cNvPr>
          <p:cNvCxnSpPr>
            <a:cxnSpLocks/>
          </p:cNvCxnSpPr>
          <p:nvPr/>
        </p:nvCxnSpPr>
        <p:spPr>
          <a:xfrm flipH="1">
            <a:off x="7836278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5D0EB38-A35A-8E67-8459-F1A71FBDAE0E}"/>
              </a:ext>
            </a:extLst>
          </p:cNvPr>
          <p:cNvSpPr txBox="1"/>
          <p:nvPr/>
        </p:nvSpPr>
        <p:spPr>
          <a:xfrm>
            <a:off x="7805416" y="1000809"/>
            <a:ext cx="58353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DBCBE1C-28DF-2BD2-CA64-C7034B249667}"/>
              </a:ext>
            </a:extLst>
          </p:cNvPr>
          <p:cNvCxnSpPr>
            <a:cxnSpLocks/>
          </p:cNvCxnSpPr>
          <p:nvPr/>
        </p:nvCxnSpPr>
        <p:spPr>
          <a:xfrm flipH="1" flipV="1">
            <a:off x="5691783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B60924B-3D2E-8711-D6C0-D6E32404FAA2}"/>
              </a:ext>
            </a:extLst>
          </p:cNvPr>
          <p:cNvCxnSpPr>
            <a:cxnSpLocks/>
          </p:cNvCxnSpPr>
          <p:nvPr/>
        </p:nvCxnSpPr>
        <p:spPr>
          <a:xfrm flipH="1">
            <a:off x="5201028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FD65605-4918-8489-BB9D-FC0D7424DB33}"/>
              </a:ext>
            </a:extLst>
          </p:cNvPr>
          <p:cNvSpPr txBox="1"/>
          <p:nvPr/>
        </p:nvSpPr>
        <p:spPr>
          <a:xfrm>
            <a:off x="5125716" y="1000809"/>
            <a:ext cx="73975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7E229DE-587C-C5DE-16E9-82A9627D351F}"/>
              </a:ext>
            </a:extLst>
          </p:cNvPr>
          <p:cNvCxnSpPr>
            <a:cxnSpLocks/>
          </p:cNvCxnSpPr>
          <p:nvPr/>
        </p:nvCxnSpPr>
        <p:spPr>
          <a:xfrm flipV="1">
            <a:off x="6408979" y="1358516"/>
            <a:ext cx="258487" cy="2641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3A9C726-00D0-E249-01C8-31273CBCC293}"/>
              </a:ext>
            </a:extLst>
          </p:cNvPr>
          <p:cNvCxnSpPr>
            <a:cxnSpLocks/>
          </p:cNvCxnSpPr>
          <p:nvPr/>
        </p:nvCxnSpPr>
        <p:spPr>
          <a:xfrm flipH="1">
            <a:off x="6658735" y="1360899"/>
            <a:ext cx="50038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0B38AC5-0D94-DB16-7336-42FB701D3A8C}"/>
              </a:ext>
            </a:extLst>
          </p:cNvPr>
          <p:cNvSpPr txBox="1"/>
          <p:nvPr/>
        </p:nvSpPr>
        <p:spPr>
          <a:xfrm>
            <a:off x="6634223" y="1000809"/>
            <a:ext cx="58353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</a:t>
            </a:r>
          </a:p>
        </p:txBody>
      </p:sp>
    </p:spTree>
    <p:extLst>
      <p:ext uri="{BB962C8B-B14F-4D97-AF65-F5344CB8AC3E}">
        <p14:creationId xmlns:p14="http://schemas.microsoft.com/office/powerpoint/2010/main" val="321296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4" grpId="0" animBg="1"/>
      <p:bldP spid="29" grpId="0"/>
      <p:bldP spid="3" grpId="0" animBg="1"/>
      <p:bldP spid="7" grpId="0" animBg="1"/>
      <p:bldP spid="26" grpId="0"/>
      <p:bldP spid="30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11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2.3 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部件的基本属性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983325" y="1370144"/>
            <a:ext cx="16794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size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6F3D66-FE1C-919B-616D-BD505A4CABDF}"/>
              </a:ext>
            </a:extLst>
          </p:cNvPr>
          <p:cNvSpPr/>
          <p:nvPr/>
        </p:nvSpPr>
        <p:spPr>
          <a:xfrm>
            <a:off x="820973" y="16046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A9EC07-84AE-3749-F67B-D23DF17E41FB}"/>
              </a:ext>
            </a:extLst>
          </p:cNvPr>
          <p:cNvSpPr txBox="1"/>
          <p:nvPr/>
        </p:nvSpPr>
        <p:spPr>
          <a:xfrm>
            <a:off x="983325" y="1879705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位置（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position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7B63AE-4788-74F1-C3CA-C9B78A3E954D}"/>
              </a:ext>
            </a:extLst>
          </p:cNvPr>
          <p:cNvSpPr txBox="1"/>
          <p:nvPr/>
        </p:nvSpPr>
        <p:spPr>
          <a:xfrm>
            <a:off x="983325" y="289882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样式（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styles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1863059-A05C-32B3-6F75-3FE0203B938E}"/>
              </a:ext>
            </a:extLst>
          </p:cNvPr>
          <p:cNvSpPr/>
          <p:nvPr/>
        </p:nvSpPr>
        <p:spPr>
          <a:xfrm>
            <a:off x="820973" y="21096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64B78CD-ABA1-A50A-22FC-9DD94C4E1999}"/>
              </a:ext>
            </a:extLst>
          </p:cNvPr>
          <p:cNvSpPr/>
          <p:nvPr/>
        </p:nvSpPr>
        <p:spPr>
          <a:xfrm>
            <a:off x="820973" y="3119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721AEA-1F53-2CEA-5E1B-12041B2D0610}"/>
              </a:ext>
            </a:extLst>
          </p:cNvPr>
          <p:cNvSpPr txBox="1"/>
          <p:nvPr/>
        </p:nvSpPr>
        <p:spPr>
          <a:xfrm>
            <a:off x="983325" y="3408387"/>
            <a:ext cx="18184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0E6753F-4E79-4D2E-284E-27BB6B8E3F54}"/>
              </a:ext>
            </a:extLst>
          </p:cNvPr>
          <p:cNvSpPr/>
          <p:nvPr/>
        </p:nvSpPr>
        <p:spPr>
          <a:xfrm>
            <a:off x="820973" y="362468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A1DB52-31EB-438E-46B9-D626B134CCD1}"/>
              </a:ext>
            </a:extLst>
          </p:cNvPr>
          <p:cNvSpPr/>
          <p:nvPr/>
        </p:nvSpPr>
        <p:spPr>
          <a:xfrm>
            <a:off x="3647482" y="1294878"/>
            <a:ext cx="4604762" cy="2761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6A43CAF-AB9A-113D-122C-997535C94176}"/>
              </a:ext>
            </a:extLst>
          </p:cNvPr>
          <p:cNvSpPr/>
          <p:nvPr/>
        </p:nvSpPr>
        <p:spPr>
          <a:xfrm>
            <a:off x="4410075" y="2378859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B3B4E32-FE0F-C4AD-3B44-3A6A710C685C}"/>
              </a:ext>
            </a:extLst>
          </p:cNvPr>
          <p:cNvSpPr/>
          <p:nvPr/>
        </p:nvSpPr>
        <p:spPr>
          <a:xfrm>
            <a:off x="5495419" y="198770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F95E35-FD97-3FEA-9959-5F0CB235C302}"/>
              </a:ext>
            </a:extLst>
          </p:cNvPr>
          <p:cNvSpPr/>
          <p:nvPr/>
        </p:nvSpPr>
        <p:spPr>
          <a:xfrm>
            <a:off x="6580763" y="2383706"/>
            <a:ext cx="958850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551CF93-CCD1-8CE4-57D2-E7327CCD987F}"/>
              </a:ext>
            </a:extLst>
          </p:cNvPr>
          <p:cNvSpPr txBox="1"/>
          <p:nvPr/>
        </p:nvSpPr>
        <p:spPr>
          <a:xfrm>
            <a:off x="983325" y="2389266"/>
            <a:ext cx="208372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alignment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58EEAC7-0E0B-4CCF-3052-13728F3366F4}"/>
              </a:ext>
            </a:extLst>
          </p:cNvPr>
          <p:cNvSpPr/>
          <p:nvPr/>
        </p:nvSpPr>
        <p:spPr>
          <a:xfrm>
            <a:off x="820973" y="26146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70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2" grpId="0"/>
      <p:bldP spid="34" grpId="0"/>
      <p:bldP spid="36" grpId="0" animBg="1"/>
      <p:bldP spid="40" grpId="0" animBg="1"/>
      <p:bldP spid="43" grpId="0"/>
      <p:bldP spid="44" grpId="0" animBg="1"/>
      <p:bldP spid="46" grpId="0" animBg="1"/>
      <p:bldP spid="3" grpId="0" animBg="1"/>
      <p:bldP spid="48" grpId="0" animBg="1"/>
      <p:bldP spid="51" grpId="0" animBg="1"/>
      <p:bldP spid="55" grpId="0"/>
      <p:bldP spid="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199284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64492" y="1178391"/>
            <a:ext cx="728410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中，当发生用户感兴趣的事情时，可以触发回调事件，以执行相关的操作。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83872F-C2C9-E1FA-87B4-412F38111C20}"/>
              </a:ext>
            </a:extLst>
          </p:cNvPr>
          <p:cNvSpPr txBox="1"/>
          <p:nvPr/>
        </p:nvSpPr>
        <p:spPr>
          <a:xfrm>
            <a:off x="3907220" y="4105329"/>
            <a:ext cx="132310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触发回调事件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8BACB1-50AB-0837-FD46-83AE967B6983}"/>
              </a:ext>
            </a:extLst>
          </p:cNvPr>
          <p:cNvSpPr/>
          <p:nvPr/>
        </p:nvSpPr>
        <p:spPr>
          <a:xfrm>
            <a:off x="660399" y="1911351"/>
            <a:ext cx="3340101" cy="18470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463265-1DF3-E61D-D35C-EDAA6E880926}"/>
              </a:ext>
            </a:extLst>
          </p:cNvPr>
          <p:cNvSpPr/>
          <p:nvPr/>
        </p:nvSpPr>
        <p:spPr>
          <a:xfrm>
            <a:off x="870354" y="2570379"/>
            <a:ext cx="804883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ea typeface="思源黑体 CN Normal" panose="020B0400000000000000"/>
              </a:rPr>
              <a:t>手动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B9F3A40-B90E-617B-F4C1-A06EBD1B0701}"/>
              </a:ext>
            </a:extLst>
          </p:cNvPr>
          <p:cNvSpPr/>
          <p:nvPr/>
        </p:nvSpPr>
        <p:spPr>
          <a:xfrm>
            <a:off x="1854098" y="2179221"/>
            <a:ext cx="958850" cy="1316096"/>
          </a:xfrm>
          <a:prstGeom prst="round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ea typeface="思源黑体 CN Normal" panose="020B0400000000000000"/>
              </a:rPr>
              <a:t>急停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0FF1B4E-DFE0-7C7D-998C-F57C6FE3BDDD}"/>
              </a:ext>
            </a:extLst>
          </p:cNvPr>
          <p:cNvSpPr/>
          <p:nvPr/>
        </p:nvSpPr>
        <p:spPr>
          <a:xfrm>
            <a:off x="2977542" y="2575226"/>
            <a:ext cx="804883" cy="575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ea typeface="思源黑体 CN Normal" panose="020B0400000000000000"/>
              </a:rPr>
              <a:t>自动</a:t>
            </a: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F0A43842-F361-1A34-ABBC-45BEE15EE69D}"/>
              </a:ext>
            </a:extLst>
          </p:cNvPr>
          <p:cNvCxnSpPr>
            <a:cxnSpLocks/>
          </p:cNvCxnSpPr>
          <p:nvPr/>
        </p:nvCxnSpPr>
        <p:spPr>
          <a:xfrm>
            <a:off x="2336623" y="3498026"/>
            <a:ext cx="1440010" cy="827394"/>
          </a:xfrm>
          <a:prstGeom prst="bentConnector3">
            <a:avLst>
              <a:gd name="adj1" fmla="val -711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0530062-7D5E-EEA7-C666-4350BC2245F1}"/>
              </a:ext>
            </a:extLst>
          </p:cNvPr>
          <p:cNvCxnSpPr>
            <a:cxnSpLocks/>
          </p:cNvCxnSpPr>
          <p:nvPr/>
        </p:nvCxnSpPr>
        <p:spPr>
          <a:xfrm flipV="1">
            <a:off x="5238106" y="3755380"/>
            <a:ext cx="1588144" cy="570040"/>
          </a:xfrm>
          <a:prstGeom prst="bentConnector3">
            <a:avLst>
              <a:gd name="adj1" fmla="val 10003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6" name="图片 45">
            <a:extLst>
              <a:ext uri="{FF2B5EF4-FFF2-40B4-BE49-F238E27FC236}">
                <a16:creationId xmlns:a16="http://schemas.microsoft.com/office/drawing/2014/main" id="{2624B4BC-06CB-D5BA-6792-74CA109A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624" y="1911351"/>
            <a:ext cx="2899555" cy="1847066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D29EC6D-F6DB-1DAA-F843-16372748ECB9}"/>
              </a:ext>
            </a:extLst>
          </p:cNvPr>
          <p:cNvSpPr txBox="1"/>
          <p:nvPr/>
        </p:nvSpPr>
        <p:spPr>
          <a:xfrm>
            <a:off x="2328844" y="3816918"/>
            <a:ext cx="56532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DC6D6DC-F488-F5C3-A2B2-0D96F8A7B951}"/>
              </a:ext>
            </a:extLst>
          </p:cNvPr>
          <p:cNvSpPr txBox="1"/>
          <p:nvPr/>
        </p:nvSpPr>
        <p:spPr>
          <a:xfrm>
            <a:off x="6811593" y="3816918"/>
            <a:ext cx="56532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急停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5C9ECA-FAD6-AA6B-4FAE-82133546C663}"/>
              </a:ext>
            </a:extLst>
          </p:cNvPr>
          <p:cNvSpPr/>
          <p:nvPr/>
        </p:nvSpPr>
        <p:spPr>
          <a:xfrm>
            <a:off x="5284624" y="1909163"/>
            <a:ext cx="2899555" cy="1847066"/>
          </a:xfrm>
          <a:prstGeom prst="rect">
            <a:avLst/>
          </a:prstGeom>
          <a:solidFill>
            <a:srgbClr val="F2F2F2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01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2" grpId="0"/>
      <p:bldP spid="27" grpId="0" animBg="1"/>
      <p:bldP spid="28" grpId="0" animBg="1"/>
      <p:bldP spid="30" grpId="0" animBg="1"/>
      <p:bldP spid="31" grpId="0" animBg="1"/>
      <p:bldP spid="49" grpId="0"/>
      <p:bldP spid="50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001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636151" y="1113038"/>
            <a:ext cx="330719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events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）相关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函数：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BBA367-74BB-B283-55C8-7536D962EF79}"/>
              </a:ext>
            </a:extLst>
          </p:cNvPr>
          <p:cNvSpPr txBox="1"/>
          <p:nvPr/>
        </p:nvSpPr>
        <p:spPr>
          <a:xfrm>
            <a:off x="894425" y="1928944"/>
            <a:ext cx="70621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添加事件：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lv_obj_add_event_cb(obj, 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event_cb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event_code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user_data);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E48427-2958-A382-9C2A-0FA4AB5341BA}"/>
              </a:ext>
            </a:extLst>
          </p:cNvPr>
          <p:cNvSpPr/>
          <p:nvPr/>
        </p:nvSpPr>
        <p:spPr>
          <a:xfrm>
            <a:off x="732073" y="213803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3C04426-F55B-56E0-001A-86A14CD93485}"/>
              </a:ext>
            </a:extLst>
          </p:cNvPr>
          <p:cNvSpPr txBox="1"/>
          <p:nvPr/>
        </p:nvSpPr>
        <p:spPr>
          <a:xfrm>
            <a:off x="894425" y="3356991"/>
            <a:ext cx="51317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删除事件：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lv_obj_remove_event_cb(obj,  event_cb);</a:t>
            </a:r>
            <a:endParaRPr lang="zh-CN" altLang="en-US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7F34489-76A6-B90B-C87A-9393B5824C1C}"/>
              </a:ext>
            </a:extLst>
          </p:cNvPr>
          <p:cNvSpPr/>
          <p:nvPr/>
        </p:nvSpPr>
        <p:spPr>
          <a:xfrm>
            <a:off x="732073" y="35660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34FB37-E6FB-F48F-B7F9-653ABD87612B}"/>
              </a:ext>
            </a:extLst>
          </p:cNvPr>
          <p:cNvSpPr txBox="1"/>
          <p:nvPr/>
        </p:nvSpPr>
        <p:spPr>
          <a:xfrm>
            <a:off x="5593414" y="2775960"/>
            <a:ext cx="96707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20CDCBE-C1B2-E969-5A4F-FA4FA547B08B}"/>
              </a:ext>
            </a:extLst>
          </p:cNvPr>
          <p:cNvCxnSpPr>
            <a:cxnSpLocks/>
          </p:cNvCxnSpPr>
          <p:nvPr/>
        </p:nvCxnSpPr>
        <p:spPr>
          <a:xfrm flipV="1">
            <a:off x="6031159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17310DF-3A8A-3240-9A8F-AA6838555A67}"/>
              </a:ext>
            </a:extLst>
          </p:cNvPr>
          <p:cNvSpPr txBox="1"/>
          <p:nvPr/>
        </p:nvSpPr>
        <p:spPr>
          <a:xfrm>
            <a:off x="6713778" y="2775960"/>
            <a:ext cx="96707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用户数据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6777D7F-B711-D2E9-7FCC-51B03C215102}"/>
              </a:ext>
            </a:extLst>
          </p:cNvPr>
          <p:cNvCxnSpPr>
            <a:cxnSpLocks/>
          </p:cNvCxnSpPr>
          <p:nvPr/>
        </p:nvCxnSpPr>
        <p:spPr>
          <a:xfrm flipV="1">
            <a:off x="7151523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FD95C08-4E1B-FA46-E4F6-C245205ACD75}"/>
              </a:ext>
            </a:extLst>
          </p:cNvPr>
          <p:cNvSpPr txBox="1"/>
          <p:nvPr/>
        </p:nvSpPr>
        <p:spPr>
          <a:xfrm>
            <a:off x="4267209" y="2775960"/>
            <a:ext cx="12681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事件回调函数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A74EE65-6086-84F4-A765-80FE5E4D251A}"/>
              </a:ext>
            </a:extLst>
          </p:cNvPr>
          <p:cNvCxnSpPr>
            <a:cxnSpLocks/>
          </p:cNvCxnSpPr>
          <p:nvPr/>
        </p:nvCxnSpPr>
        <p:spPr>
          <a:xfrm flipV="1">
            <a:off x="4910796" y="2349500"/>
            <a:ext cx="0" cy="432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73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1" grpId="0"/>
      <p:bldP spid="22" grpId="0" animBg="1"/>
      <p:bldP spid="16" grpId="0"/>
      <p:bldP spid="17" grpId="0" animBg="1"/>
      <p:bldP spid="18" grpId="0"/>
      <p:bldP spid="27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69221A-5DB5-D399-57EB-7FFBF18EB6B0}"/>
              </a:ext>
            </a:extLst>
          </p:cNvPr>
          <p:cNvSpPr txBox="1"/>
          <p:nvPr/>
        </p:nvSpPr>
        <p:spPr>
          <a:xfrm>
            <a:off x="2252452" y="908927"/>
            <a:ext cx="46390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不同的事件类型共用一个事件回调函数怎么处理？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871C72-A87A-3C4E-1987-58DEA7406C84}"/>
              </a:ext>
            </a:extLst>
          </p:cNvPr>
          <p:cNvSpPr txBox="1"/>
          <p:nvPr/>
        </p:nvSpPr>
        <p:spPr>
          <a:xfrm>
            <a:off x="922016" y="1527431"/>
            <a:ext cx="7299961" cy="29497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void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event_cb( lv_event_t *e )</a:t>
            </a: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lv_event_code_t   code = lv_event_get_code(e);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第一步：获取事件类型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if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 code == LV_EVENT_CLICKED )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第二步：判断事件类型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按下后释放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第三步：执行相应操作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else if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code == LV_EVENT_LONG_PRESSED)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事件类型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按下（长按）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63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18618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事件（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events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69221A-5DB5-D399-57EB-7FFBF18EB6B0}"/>
              </a:ext>
            </a:extLst>
          </p:cNvPr>
          <p:cNvSpPr txBox="1"/>
          <p:nvPr/>
        </p:nvSpPr>
        <p:spPr>
          <a:xfrm>
            <a:off x="2472422" y="929951"/>
            <a:ext cx="419914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不同的部件共用一个事件回调函数怎么处理？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871C72-A87A-3C4E-1987-58DEA7406C84}"/>
              </a:ext>
            </a:extLst>
          </p:cNvPr>
          <p:cNvSpPr txBox="1"/>
          <p:nvPr/>
        </p:nvSpPr>
        <p:spPr>
          <a:xfrm>
            <a:off x="922016" y="1527431"/>
            <a:ext cx="7299961" cy="29497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void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event_cb( lv_event_t *e )</a:t>
            </a: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*target = lv_event_get_target(e);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第一步：获取触发事件的部件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if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 target == parent_obj )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第二步：判断触发事件的部件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父对象触发事件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 		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第三步：执行相应操作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else if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target == child_obj )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{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		printf(“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子对象触发事件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\r\n”);	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}</a:t>
            </a:r>
          </a:p>
          <a:p>
            <a:pPr>
              <a:lnSpc>
                <a:spcPct val="13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</a:t>
            </a:r>
            <a:endParaRPr lang="zh-CN" altLang="en-US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392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665" y="1652533"/>
            <a:ext cx="3542035" cy="183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的编程思想（了解）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基础对象（掌握）</a:t>
            </a:r>
            <a:endParaRPr lang="en-US" altLang="zh-CN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  <a:r>
              <a:rPr lang="zh-CN" altLang="en-US" sz="2000" b="1">
                <a:solidFill>
                  <a:srgbClr val="FF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部件使用（熟悉）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，课堂总结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0018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289" y="1853474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289" y="2571750"/>
            <a:ext cx="17564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lv_label 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3153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5857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13038"/>
            <a:ext cx="64504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 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中，标签部件主要用于文本显示，例如标题、提示信息等。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4930530" y="270563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4760129" y="28831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E59E2AD-34B2-4668-9ED3-C83CB9F473FD}"/>
              </a:ext>
            </a:extLst>
          </p:cNvPr>
          <p:cNvSpPr txBox="1"/>
          <p:nvPr/>
        </p:nvSpPr>
        <p:spPr>
          <a:xfrm>
            <a:off x="4943409" y="3201723"/>
            <a:ext cx="283642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LV_PART_SCROLLBAR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C29D34D-07B4-E8CB-D432-C55E2F21B411}"/>
              </a:ext>
            </a:extLst>
          </p:cNvPr>
          <p:cNvSpPr txBox="1"/>
          <p:nvPr/>
        </p:nvSpPr>
        <p:spPr>
          <a:xfrm>
            <a:off x="4943409" y="3670691"/>
            <a:ext cx="2971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选中的文本（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0220E07-37FE-CE05-2BE3-416EE3195F93}"/>
              </a:ext>
            </a:extLst>
          </p:cNvPr>
          <p:cNvSpPr/>
          <p:nvPr/>
        </p:nvSpPr>
        <p:spPr>
          <a:xfrm>
            <a:off x="4760129" y="338490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FFEB346-8583-5CCC-12A5-09ECD3D2381B}"/>
              </a:ext>
            </a:extLst>
          </p:cNvPr>
          <p:cNvSpPr/>
          <p:nvPr/>
        </p:nvSpPr>
        <p:spPr>
          <a:xfrm>
            <a:off x="4760129" y="386122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4943409" y="202856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标签部件组成部分：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CA0B770-DA6A-EF24-D187-87E6DE102324}"/>
              </a:ext>
            </a:extLst>
          </p:cNvPr>
          <p:cNvSpPr/>
          <p:nvPr/>
        </p:nvSpPr>
        <p:spPr>
          <a:xfrm>
            <a:off x="642768" y="1799282"/>
            <a:ext cx="2621979" cy="2650798"/>
          </a:xfrm>
          <a:prstGeom prst="roundRect">
            <a:avLst>
              <a:gd name="adj" fmla="val 11557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1C683B-AE40-6CEE-B8DF-7C0236AA3720}"/>
              </a:ext>
            </a:extLst>
          </p:cNvPr>
          <p:cNvSpPr txBox="1"/>
          <p:nvPr/>
        </p:nvSpPr>
        <p:spPr>
          <a:xfrm>
            <a:off x="1522184" y="293192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78F2DDD-FC83-5C3E-8CFC-6AC4314C53FE}"/>
              </a:ext>
            </a:extLst>
          </p:cNvPr>
          <p:cNvSpPr txBox="1"/>
          <p:nvPr/>
        </p:nvSpPr>
        <p:spPr>
          <a:xfrm>
            <a:off x="1498392" y="259696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C1BB029-0D00-2757-EFA3-D3EA25E01F06}"/>
              </a:ext>
            </a:extLst>
          </p:cNvPr>
          <p:cNvCxnSpPr/>
          <p:nvPr/>
        </p:nvCxnSpPr>
        <p:spPr>
          <a:xfrm>
            <a:off x="1228939" y="297438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84AC9900-F546-3DC2-F5AA-D29F7434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37" y="2003172"/>
            <a:ext cx="792630" cy="632713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E40B02B-BD90-4911-A51B-D9A95B851CDF}"/>
              </a:ext>
            </a:extLst>
          </p:cNvPr>
          <p:cNvSpPr/>
          <p:nvPr/>
        </p:nvSpPr>
        <p:spPr>
          <a:xfrm>
            <a:off x="1065601" y="3402058"/>
            <a:ext cx="1752451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005F7EBC-EC74-197D-B124-688FABFA4B7B}"/>
              </a:ext>
            </a:extLst>
          </p:cNvPr>
          <p:cNvSpPr/>
          <p:nvPr/>
        </p:nvSpPr>
        <p:spPr>
          <a:xfrm>
            <a:off x="1064261" y="3810313"/>
            <a:ext cx="1752451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C14C6E0-C987-461F-185A-9A8A1F77C0E1}"/>
              </a:ext>
            </a:extLst>
          </p:cNvPr>
          <p:cNvSpPr txBox="1"/>
          <p:nvPr/>
        </p:nvSpPr>
        <p:spPr>
          <a:xfrm>
            <a:off x="1064261" y="336847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AD5429B-EF80-3895-065A-4BE8150A6F4A}"/>
              </a:ext>
            </a:extLst>
          </p:cNvPr>
          <p:cNvSpPr txBox="1"/>
          <p:nvPr/>
        </p:nvSpPr>
        <p:spPr>
          <a:xfrm>
            <a:off x="1064261" y="376527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35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1" grpId="0"/>
      <p:bldP spid="52" grpId="0"/>
      <p:bldP spid="53" grpId="0" animBg="1"/>
      <p:bldP spid="54" grpId="0" animBg="1"/>
      <p:bldP spid="55" grpId="0"/>
      <p:bldP spid="56" grpId="0" animBg="1"/>
      <p:bldP spid="57" grpId="0"/>
      <p:bldP spid="58" grpId="0"/>
      <p:bldP spid="63" grpId="0" animBg="1"/>
      <p:bldP spid="64" grpId="0" animBg="1"/>
      <p:bldP spid="65" grpId="0"/>
      <p:bldP spid="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51883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28B13E-B7BB-4222-51B9-1E9DF86E5C8D}"/>
              </a:ext>
            </a:extLst>
          </p:cNvPr>
          <p:cNvSpPr txBox="1"/>
          <p:nvPr/>
        </p:nvSpPr>
        <p:spPr>
          <a:xfrm>
            <a:off x="707609" y="1856481"/>
            <a:ext cx="35595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如何创建标签部件以及设置文本？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69221A-5DB5-D399-57EB-7FFBF18EB6B0}"/>
              </a:ext>
            </a:extLst>
          </p:cNvPr>
          <p:cNvSpPr txBox="1"/>
          <p:nvPr/>
        </p:nvSpPr>
        <p:spPr>
          <a:xfrm>
            <a:off x="707609" y="2496518"/>
            <a:ext cx="262614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如何改变文本的样式？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1E802E-4204-D6FE-2FA4-761276912C8E}"/>
              </a:ext>
            </a:extLst>
          </p:cNvPr>
          <p:cNvSpPr txBox="1"/>
          <p:nvPr/>
        </p:nvSpPr>
        <p:spPr>
          <a:xfrm>
            <a:off x="707609" y="3102691"/>
            <a:ext cx="437916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当文本长度超过部件大小的时候怎么显示？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E7F429-AFCF-8080-72C4-CA0A2E8B3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81" y="1907687"/>
            <a:ext cx="1848921" cy="168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4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98BF56-B594-7039-C612-E25FE2A7893F}"/>
              </a:ext>
            </a:extLst>
          </p:cNvPr>
          <p:cNvSpPr txBox="1"/>
          <p:nvPr/>
        </p:nvSpPr>
        <p:spPr>
          <a:xfrm>
            <a:off x="2834499" y="951789"/>
            <a:ext cx="322447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如何创建标签部件以及设置文本？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39530" y="2030575"/>
            <a:ext cx="3280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*label  = lv_label_create(parent);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39530" y="162067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：创建标签部件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69129" y="1798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B7B632-02EE-F5C0-E0C4-84B52DE6EACE}"/>
              </a:ext>
            </a:extLst>
          </p:cNvPr>
          <p:cNvSpPr txBox="1"/>
          <p:nvPr/>
        </p:nvSpPr>
        <p:spPr>
          <a:xfrm>
            <a:off x="739530" y="3088950"/>
            <a:ext cx="7248770" cy="119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直接设置文本，存储文本的内存动态分配 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lv_label_set_text( label, "hallo \n lvgl");</a:t>
            </a:r>
          </a:p>
          <a:p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文本不存储在动态内存，而是在指定的缓冲区中（</a:t>
            </a:r>
            <a:r>
              <a:rPr lang="zh-CN" altLang="en-US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慎用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lv_label_set_text_static( label,"hallo" );</a:t>
            </a:r>
          </a:p>
          <a:p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格式化显示文本，类似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printf 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lv_label_set_text_fmt( label, “Value: %d”, 50 ) ;</a:t>
            </a:r>
            <a:endParaRPr lang="zh-CN" altLang="en-US" sz="105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2621634"/>
            <a:ext cx="259372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：设置文本的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种方式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2799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1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 animBg="1"/>
      <p:bldP spid="12" grpId="0"/>
      <p:bldP spid="14" grpId="0" animBg="1"/>
      <p:bldP spid="17" grpId="0"/>
      <p:bldP spid="18" grpId="0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98BF56-B594-7039-C612-E25FE2A7893F}"/>
              </a:ext>
            </a:extLst>
          </p:cNvPr>
          <p:cNvSpPr txBox="1"/>
          <p:nvPr/>
        </p:nvSpPr>
        <p:spPr>
          <a:xfrm>
            <a:off x="3341846" y="881909"/>
            <a:ext cx="218782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如何改变文本的样式？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B7B632-02EE-F5C0-E0C4-84B52DE6EACE}"/>
              </a:ext>
            </a:extLst>
          </p:cNvPr>
          <p:cNvSpPr txBox="1"/>
          <p:nvPr/>
        </p:nvSpPr>
        <p:spPr>
          <a:xfrm>
            <a:off x="745880" y="1893394"/>
            <a:ext cx="6953084" cy="120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背景颜色：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lv_obj_set_style_bg_color( label, lv_color_hex(0xffe1d4), LV_STATE_DEFAULT );</a:t>
            </a:r>
          </a:p>
          <a:p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字体大小：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lv_obj_set_style_text_font( label, &amp;lv_font_montserrat_30, LV_STATE_DEFAULT );</a:t>
            </a:r>
          </a:p>
          <a:p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文本颜色：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lv_obj_set_style_text_color( label, lv_color_hex(0xf7b37b), LV_STATE_DEFAULT );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1434184"/>
            <a:ext cx="2187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：设置文本样式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16117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E8AFBF-FFD3-64B9-FEDD-2F9FE3C4DFCE}"/>
              </a:ext>
            </a:extLst>
          </p:cNvPr>
          <p:cNvSpPr txBox="1"/>
          <p:nvPr/>
        </p:nvSpPr>
        <p:spPr>
          <a:xfrm>
            <a:off x="788864" y="3758589"/>
            <a:ext cx="7205785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lv_label_set_recolor( label, true 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开启重新着色功能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lv_label_set_text( label, "hallo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#ff0000 lvgl#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" 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单独设置颜色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6E8AE3-39B2-C605-FE9C-36EF110C7919}"/>
              </a:ext>
            </a:extLst>
          </p:cNvPr>
          <p:cNvSpPr txBox="1"/>
          <p:nvPr/>
        </p:nvSpPr>
        <p:spPr>
          <a:xfrm>
            <a:off x="739530" y="3334929"/>
            <a:ext cx="31593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：设置个别文本的字体颜色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E6E5DB6-34B6-822D-1492-FD3C43A0CAB4}"/>
              </a:ext>
            </a:extLst>
          </p:cNvPr>
          <p:cNvSpPr/>
          <p:nvPr/>
        </p:nvSpPr>
        <p:spPr>
          <a:xfrm>
            <a:off x="569129" y="35124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54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/>
      <p:bldP spid="21" grpId="0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标签部件（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lv_label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98BF56-B594-7039-C612-E25FE2A7893F}"/>
              </a:ext>
            </a:extLst>
          </p:cNvPr>
          <p:cNvSpPr txBox="1"/>
          <p:nvPr/>
        </p:nvSpPr>
        <p:spPr>
          <a:xfrm>
            <a:off x="2566008" y="957636"/>
            <a:ext cx="4020336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当文本长度超过部件大小的时候怎么显示？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1459584"/>
            <a:ext cx="10384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16371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B8F8B0-5961-368E-7CAB-D7D1677057BF}"/>
              </a:ext>
            </a:extLst>
          </p:cNvPr>
          <p:cNvSpPr txBox="1"/>
          <p:nvPr/>
        </p:nvSpPr>
        <p:spPr>
          <a:xfrm>
            <a:off x="739530" y="2360140"/>
            <a:ext cx="2010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：长文本模式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CC7C48C-2386-298E-88A8-5475F4DEB850}"/>
              </a:ext>
            </a:extLst>
          </p:cNvPr>
          <p:cNvSpPr/>
          <p:nvPr/>
        </p:nvSpPr>
        <p:spPr>
          <a:xfrm>
            <a:off x="569129" y="253768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EBF5C7-E441-38E1-F88F-DD4447B5AE1E}"/>
              </a:ext>
            </a:extLst>
          </p:cNvPr>
          <p:cNvSpPr txBox="1"/>
          <p:nvPr/>
        </p:nvSpPr>
        <p:spPr>
          <a:xfrm>
            <a:off x="766195" y="3260301"/>
            <a:ext cx="7526905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LV_LABEL_LONG_WRAP,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如果部件大小已固定，超出的文本将被剪切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LV_LABEL_LONG_DOT, 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label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右下角的最后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个字符替换为点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 */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LV_LABEL_LONG_SCROLL,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来回滚动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LV_LABEL_LONG_SCROLL_CIRCULAR,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循环滚动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LV_LABEL_LONG_CLIP,          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直接剪切掉部件外面的文本部分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F4A355-2C25-3252-697B-091E4FC39C1B}"/>
              </a:ext>
            </a:extLst>
          </p:cNvPr>
          <p:cNvSpPr txBox="1"/>
          <p:nvPr/>
        </p:nvSpPr>
        <p:spPr>
          <a:xfrm>
            <a:off x="759845" y="2765351"/>
            <a:ext cx="39518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lv_label_set_long_mode(label, LV_LABEL_LONG_...);</a:t>
            </a:r>
            <a:endParaRPr lang="zh-CN" altLang="en-US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36A8AF-1A76-521B-BEDF-2F3C88B2F8A6}"/>
              </a:ext>
            </a:extLst>
          </p:cNvPr>
          <p:cNvSpPr txBox="1"/>
          <p:nvPr/>
        </p:nvSpPr>
        <p:spPr>
          <a:xfrm>
            <a:off x="739530" y="1839593"/>
            <a:ext cx="5419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默认情况下，如果没有限定标签部件大小，那它的大小自动扩展为文本大小。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458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 animBg="1"/>
      <p:bldP spid="23" grpId="0"/>
      <p:bldP spid="24" grpId="0" animBg="1"/>
      <p:bldP spid="25" grpId="0" animBg="1"/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39" y="1854898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989" y="2552700"/>
            <a:ext cx="143256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6951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1131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按钮部件（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055888"/>
            <a:ext cx="55550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中，按钮部件与基础对象相比，没有新增任何功能。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4968630" y="300408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4798229" y="318163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4981509" y="232701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按钮部件组成部分：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CA0B770-DA6A-EF24-D187-87E6DE102324}"/>
              </a:ext>
            </a:extLst>
          </p:cNvPr>
          <p:cNvSpPr/>
          <p:nvPr/>
        </p:nvSpPr>
        <p:spPr>
          <a:xfrm>
            <a:off x="642768" y="1672282"/>
            <a:ext cx="2621979" cy="2966664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1C683B-AE40-6CEE-B8DF-7C0236AA3720}"/>
              </a:ext>
            </a:extLst>
          </p:cNvPr>
          <p:cNvSpPr txBox="1"/>
          <p:nvPr/>
        </p:nvSpPr>
        <p:spPr>
          <a:xfrm>
            <a:off x="1522184" y="280492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78F2DDD-FC83-5C3E-8CFC-6AC4314C53FE}"/>
              </a:ext>
            </a:extLst>
          </p:cNvPr>
          <p:cNvSpPr txBox="1"/>
          <p:nvPr/>
        </p:nvSpPr>
        <p:spPr>
          <a:xfrm>
            <a:off x="1498392" y="246996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C1BB029-0D00-2757-EFA3-D3EA25E01F06}"/>
              </a:ext>
            </a:extLst>
          </p:cNvPr>
          <p:cNvCxnSpPr/>
          <p:nvPr/>
        </p:nvCxnSpPr>
        <p:spPr>
          <a:xfrm>
            <a:off x="1228939" y="284738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84AC9900-F546-3DC2-F5AA-D29F7434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37" y="1876172"/>
            <a:ext cx="792630" cy="632713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E40B02B-BD90-4911-A51B-D9A95B851CDF}"/>
              </a:ext>
            </a:extLst>
          </p:cNvPr>
          <p:cNvSpPr/>
          <p:nvPr/>
        </p:nvSpPr>
        <p:spPr>
          <a:xfrm>
            <a:off x="1065602" y="3275058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005F7EBC-EC74-197D-B124-688FABFA4B7B}"/>
              </a:ext>
            </a:extLst>
          </p:cNvPr>
          <p:cNvSpPr/>
          <p:nvPr/>
        </p:nvSpPr>
        <p:spPr>
          <a:xfrm>
            <a:off x="1064262" y="3683313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C14C6E0-C987-461F-185A-9A8A1F77C0E1}"/>
              </a:ext>
            </a:extLst>
          </p:cNvPr>
          <p:cNvSpPr txBox="1"/>
          <p:nvPr/>
        </p:nvSpPr>
        <p:spPr>
          <a:xfrm>
            <a:off x="1064261" y="324147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AD5429B-EF80-3895-065A-4BE8150A6F4A}"/>
              </a:ext>
            </a:extLst>
          </p:cNvPr>
          <p:cNvSpPr txBox="1"/>
          <p:nvPr/>
        </p:nvSpPr>
        <p:spPr>
          <a:xfrm>
            <a:off x="1064261" y="363827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474FAED-4920-1793-2298-FA975D295C05}"/>
              </a:ext>
            </a:extLst>
          </p:cNvPr>
          <p:cNvSpPr/>
          <p:nvPr/>
        </p:nvSpPr>
        <p:spPr>
          <a:xfrm>
            <a:off x="1136650" y="4119388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73AC4B5-DF72-E583-9503-A7E9410C7AEE}"/>
              </a:ext>
            </a:extLst>
          </p:cNvPr>
          <p:cNvSpPr txBox="1"/>
          <p:nvPr/>
        </p:nvSpPr>
        <p:spPr>
          <a:xfrm>
            <a:off x="1677279" y="4061374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</a:p>
        </p:txBody>
      </p:sp>
    </p:spTree>
    <p:extLst>
      <p:ext uri="{BB962C8B-B14F-4D97-AF65-F5344CB8AC3E}">
        <p14:creationId xmlns:p14="http://schemas.microsoft.com/office/powerpoint/2010/main" val="60413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6" grpId="0" animBg="1"/>
      <p:bldP spid="57" grpId="0"/>
      <p:bldP spid="58" grpId="0"/>
      <p:bldP spid="63" grpId="0" animBg="1"/>
      <p:bldP spid="64" grpId="0" animBg="1"/>
      <p:bldP spid="65" grpId="0"/>
      <p:bldP spid="66" grpId="0"/>
      <p:bldP spid="30" grpId="0" animBg="1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9743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按钮部件（</a:t>
            </a:r>
            <a:r>
              <a:rPr lang="en-US" altLang="zh-CN" sz="2000" b="1" err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39530" y="1535275"/>
            <a:ext cx="3083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*btn  = </a:t>
            </a:r>
            <a:r>
              <a:rPr lang="en-US" altLang="zh-CN" sz="120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lv_btn_create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39530" y="1150777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：创建按钮部件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6912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2037434"/>
            <a:ext cx="182647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：设置样式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22149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9530" y="2422207"/>
            <a:ext cx="6959434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 btn, 100, 50 );		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大小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lv_obj_set_align( btn, LV_ALIGN_CENTER );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对齐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lv_obj_set_style_bg_color( btn, lv_color_hex(0xffe1d4), LV_STATE_PRESSED ); 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E7A404-1270-4B60-A505-E1A058D86714}"/>
              </a:ext>
            </a:extLst>
          </p:cNvPr>
          <p:cNvSpPr txBox="1"/>
          <p:nvPr/>
        </p:nvSpPr>
        <p:spPr>
          <a:xfrm>
            <a:off x="752230" y="3528944"/>
            <a:ext cx="181377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：添加事件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4E58AB3-AF68-B9DF-9A61-9249BCB19077}"/>
              </a:ext>
            </a:extLst>
          </p:cNvPr>
          <p:cNvSpPr/>
          <p:nvPr/>
        </p:nvSpPr>
        <p:spPr>
          <a:xfrm>
            <a:off x="581829" y="3706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E51FDF-BCC1-1C8E-7FB6-7D7FBC22DB9D}"/>
              </a:ext>
            </a:extLst>
          </p:cNvPr>
          <p:cNvSpPr txBox="1"/>
          <p:nvPr/>
        </p:nvSpPr>
        <p:spPr>
          <a:xfrm>
            <a:off x="752230" y="3913717"/>
            <a:ext cx="72932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lv_obj_add_flag( btn, LV_OBJ_FLAG_CHECKABLE );					</a:t>
            </a:r>
            <a:r>
              <a:rPr lang="en-US" altLang="zh-CN" sz="10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开启状态切换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lv_obj_add_event_cb( btn, event_cb, LV_EVENT_VALUE_CHANGED,NULL 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添加事件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190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39" y="1854898"/>
            <a:ext cx="187706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189" y="2552700"/>
            <a:ext cx="17691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03151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7317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081288"/>
            <a:ext cx="733422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开关部件常用于控制某个功能的开启和关闭，它可以直接显示被控对象的状态。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914780" y="2731037"/>
            <a:ext cx="23215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744379" y="29085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908609" y="2085719"/>
            <a:ext cx="196016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开关部件组成部分：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CA0B770-DA6A-EF24-D187-87E6DE102324}"/>
              </a:ext>
            </a:extLst>
          </p:cNvPr>
          <p:cNvSpPr/>
          <p:nvPr/>
        </p:nvSpPr>
        <p:spPr>
          <a:xfrm>
            <a:off x="623718" y="1691332"/>
            <a:ext cx="4424532" cy="2966664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1C683B-AE40-6CEE-B8DF-7C0236AA3720}"/>
              </a:ext>
            </a:extLst>
          </p:cNvPr>
          <p:cNvSpPr txBox="1"/>
          <p:nvPr/>
        </p:nvSpPr>
        <p:spPr>
          <a:xfrm>
            <a:off x="2259040" y="2084888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78F2DDD-FC83-5C3E-8CFC-6AC4314C53FE}"/>
              </a:ext>
            </a:extLst>
          </p:cNvPr>
          <p:cNvSpPr txBox="1"/>
          <p:nvPr/>
        </p:nvSpPr>
        <p:spPr>
          <a:xfrm>
            <a:off x="2383645" y="1718064"/>
            <a:ext cx="103088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控制中心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C1BB029-0D00-2757-EFA3-D3EA25E01F06}"/>
              </a:ext>
            </a:extLst>
          </p:cNvPr>
          <p:cNvCxnSpPr>
            <a:cxnSpLocks/>
          </p:cNvCxnSpPr>
          <p:nvPr/>
        </p:nvCxnSpPr>
        <p:spPr>
          <a:xfrm flipV="1">
            <a:off x="854169" y="2127225"/>
            <a:ext cx="3953219" cy="1538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474FAED-4920-1793-2298-FA975D295C05}"/>
              </a:ext>
            </a:extLst>
          </p:cNvPr>
          <p:cNvSpPr/>
          <p:nvPr/>
        </p:nvSpPr>
        <p:spPr>
          <a:xfrm>
            <a:off x="1140108" y="3986222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EC82246-43E9-9854-330E-504AA3D495B5}"/>
              </a:ext>
            </a:extLst>
          </p:cNvPr>
          <p:cNvSpPr/>
          <p:nvPr/>
        </p:nvSpPr>
        <p:spPr>
          <a:xfrm>
            <a:off x="1383261" y="4002889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45AC74F-592A-BF39-CD75-2353B840E0FB}"/>
              </a:ext>
            </a:extLst>
          </p:cNvPr>
          <p:cNvSpPr txBox="1"/>
          <p:nvPr/>
        </p:nvSpPr>
        <p:spPr>
          <a:xfrm>
            <a:off x="1130266" y="3428439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制冷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F550CDB-D0FC-F366-3828-D4D8968294AF}"/>
              </a:ext>
            </a:extLst>
          </p:cNvPr>
          <p:cNvSpPr/>
          <p:nvPr/>
        </p:nvSpPr>
        <p:spPr>
          <a:xfrm>
            <a:off x="854169" y="2494912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54795D3-0E35-C4A3-0D7F-FE45FECFB985}"/>
              </a:ext>
            </a:extLst>
          </p:cNvPr>
          <p:cNvSpPr/>
          <p:nvPr/>
        </p:nvSpPr>
        <p:spPr>
          <a:xfrm>
            <a:off x="2574334" y="3986222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A95AB5F-6A08-E769-6AAE-5AA7D573121B}"/>
              </a:ext>
            </a:extLst>
          </p:cNvPr>
          <p:cNvSpPr/>
          <p:nvPr/>
        </p:nvSpPr>
        <p:spPr>
          <a:xfrm>
            <a:off x="2596030" y="4002889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B1FEBE-BF54-2F7C-FEEF-5ECED9982AE5}"/>
              </a:ext>
            </a:extLst>
          </p:cNvPr>
          <p:cNvSpPr txBox="1"/>
          <p:nvPr/>
        </p:nvSpPr>
        <p:spPr>
          <a:xfrm>
            <a:off x="2539092" y="3428439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加热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1C8298A-007B-3893-556A-BA03783CD010}"/>
              </a:ext>
            </a:extLst>
          </p:cNvPr>
          <p:cNvSpPr/>
          <p:nvPr/>
        </p:nvSpPr>
        <p:spPr>
          <a:xfrm>
            <a:off x="2257933" y="2494912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0E90B5-40F2-5BB0-4B18-9D674D6AA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5" y="2844799"/>
            <a:ext cx="546078" cy="55633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E284FBB-F509-EA47-AC76-435A394A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80" y="2844976"/>
            <a:ext cx="608608" cy="624133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42DAF29-82B6-959F-13A1-FDE27375EE5E}"/>
              </a:ext>
            </a:extLst>
          </p:cNvPr>
          <p:cNvSpPr/>
          <p:nvPr/>
        </p:nvSpPr>
        <p:spPr>
          <a:xfrm>
            <a:off x="3998435" y="3989520"/>
            <a:ext cx="480432" cy="252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870F0A1-0063-9F34-8D8E-9D4324CD1867}"/>
              </a:ext>
            </a:extLst>
          </p:cNvPr>
          <p:cNvSpPr/>
          <p:nvPr/>
        </p:nvSpPr>
        <p:spPr>
          <a:xfrm>
            <a:off x="4241588" y="4006187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A3A9781-AFE3-2B97-DD5B-3ADED4092C75}"/>
              </a:ext>
            </a:extLst>
          </p:cNvPr>
          <p:cNvSpPr txBox="1"/>
          <p:nvPr/>
        </p:nvSpPr>
        <p:spPr>
          <a:xfrm>
            <a:off x="3988593" y="3431737"/>
            <a:ext cx="60171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除湿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646A55E-E8AB-E7AC-84D4-5592C5A8A9A1}"/>
              </a:ext>
            </a:extLst>
          </p:cNvPr>
          <p:cNvSpPr/>
          <p:nvPr/>
        </p:nvSpPr>
        <p:spPr>
          <a:xfrm>
            <a:off x="3661696" y="2498210"/>
            <a:ext cx="1145692" cy="2048483"/>
          </a:xfrm>
          <a:prstGeom prst="roundRect">
            <a:avLst>
              <a:gd name="adj" fmla="val 6229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52478DF-13D5-D8E5-CDA8-E0FB44EB0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836" y="2870376"/>
            <a:ext cx="546151" cy="531064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914381" y="3150623"/>
            <a:ext cx="217184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LV_PART_KNOB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743980" y="33281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EF56C81-15C1-A39A-C5C8-A1ECDD559DCF}"/>
              </a:ext>
            </a:extLst>
          </p:cNvPr>
          <p:cNvSpPr txBox="1"/>
          <p:nvPr/>
        </p:nvSpPr>
        <p:spPr>
          <a:xfrm>
            <a:off x="5927081" y="3542207"/>
            <a:ext cx="285496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A3CB6D6-94AF-7C06-7F89-7FCDF81885DC}"/>
              </a:ext>
            </a:extLst>
          </p:cNvPr>
          <p:cNvSpPr/>
          <p:nvPr/>
        </p:nvSpPr>
        <p:spPr>
          <a:xfrm>
            <a:off x="5743980" y="371975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6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6" grpId="0" animBg="1"/>
      <p:bldP spid="57" grpId="0"/>
      <p:bldP spid="58" grpId="0"/>
      <p:bldP spid="30" grpId="0" animBg="1"/>
      <p:bldP spid="2" grpId="0" animBg="1"/>
      <p:bldP spid="25" grpId="0"/>
      <p:bldP spid="28" grpId="0" animBg="1"/>
      <p:bldP spid="31" grpId="0" animBg="1"/>
      <p:bldP spid="33" grpId="0" animBg="1"/>
      <p:bldP spid="34" grpId="0"/>
      <p:bldP spid="35" grpId="0" animBg="1"/>
      <p:bldP spid="38" grpId="0" animBg="1"/>
      <p:bldP spid="39" grpId="0" animBg="1"/>
      <p:bldP spid="40" grpId="0"/>
      <p:bldP spid="41" grpId="0" animBg="1"/>
      <p:bldP spid="51" grpId="0"/>
      <p:bldP spid="52" grpId="0" animBg="1"/>
      <p:bldP spid="53" grpId="0"/>
      <p:bldP spid="5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78511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开关部件（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lv_switch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39530" y="1535275"/>
            <a:ext cx="3705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*switch1  = lv_switch_create(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39530" y="1150777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：创建开关部件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6912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2037434"/>
            <a:ext cx="28291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：添加、清除开关状态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22149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9530" y="2422207"/>
            <a:ext cx="828255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add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_state(switch1, LV_STATE_CHECKED | LV_STATE_DISABLED);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添加状态：默认打开且不可修改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clear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_state(switch1,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清除开关的状态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E7A404-1270-4B60-A505-E1A058D86714}"/>
              </a:ext>
            </a:extLst>
          </p:cNvPr>
          <p:cNvSpPr txBox="1"/>
          <p:nvPr/>
        </p:nvSpPr>
        <p:spPr>
          <a:xfrm>
            <a:off x="752230" y="3249544"/>
            <a:ext cx="2892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：获取（判断）开关状态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4E58AB3-AF68-B9DF-9A61-9249BCB19077}"/>
              </a:ext>
            </a:extLst>
          </p:cNvPr>
          <p:cNvSpPr/>
          <p:nvPr/>
        </p:nvSpPr>
        <p:spPr>
          <a:xfrm>
            <a:off x="581829" y="34270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E51FDF-BCC1-1C8E-7FB6-7D7FBC22DB9D}"/>
              </a:ext>
            </a:extLst>
          </p:cNvPr>
          <p:cNvSpPr txBox="1"/>
          <p:nvPr/>
        </p:nvSpPr>
        <p:spPr>
          <a:xfrm>
            <a:off x="739529" y="3638877"/>
            <a:ext cx="835367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lv_obj_has_state(switch1, LV_STATE_CHECKED)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bool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类型，开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:1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；关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0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6A05E0-DF58-7279-0A55-408E8ADFF247}"/>
              </a:ext>
            </a:extLst>
          </p:cNvPr>
          <p:cNvSpPr txBox="1"/>
          <p:nvPr/>
        </p:nvSpPr>
        <p:spPr>
          <a:xfrm>
            <a:off x="2998092" y="4297246"/>
            <a:ext cx="87540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开启状态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FCA8990-4915-6514-6952-3DC63FF20E29}"/>
              </a:ext>
            </a:extLst>
          </p:cNvPr>
          <p:cNvCxnSpPr>
            <a:cxnSpLocks/>
          </p:cNvCxnSpPr>
          <p:nvPr/>
        </p:nvCxnSpPr>
        <p:spPr>
          <a:xfrm flipV="1">
            <a:off x="3397736" y="3976047"/>
            <a:ext cx="0" cy="329253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59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039" y="184854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389" y="2546350"/>
            <a:ext cx="176911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(lv_checkbox)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183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59311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979688"/>
            <a:ext cx="738509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复选框部件常用于选择某个内容的开启和关闭，可以理解为自带标签的开关。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133730" y="27945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4963329" y="29720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127559" y="206031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复选框部件组成部分：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133330" y="32141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勾选框（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LV_PART_INDICATOR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4962930" y="33916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42768" y="1482908"/>
            <a:ext cx="2621979" cy="320974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4C48E5-C215-AF5F-8DA6-EFFA70AE9F43}"/>
              </a:ext>
            </a:extLst>
          </p:cNvPr>
          <p:cNvSpPr txBox="1"/>
          <p:nvPr/>
        </p:nvSpPr>
        <p:spPr>
          <a:xfrm>
            <a:off x="1522184" y="2569972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login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CF39AD-BB48-CCB5-B5C3-7BA0F47FBDB1}"/>
              </a:ext>
            </a:extLst>
          </p:cNvPr>
          <p:cNvSpPr txBox="1"/>
          <p:nvPr/>
        </p:nvSpPr>
        <p:spPr>
          <a:xfrm>
            <a:off x="1498392" y="2235019"/>
            <a:ext cx="9814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0CA6AF7-D83F-C685-8E4E-9E417AB98CE1}"/>
              </a:ext>
            </a:extLst>
          </p:cNvPr>
          <p:cNvCxnSpPr/>
          <p:nvPr/>
        </p:nvCxnSpPr>
        <p:spPr>
          <a:xfrm>
            <a:off x="1228939" y="2612430"/>
            <a:ext cx="13843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8F368A4B-1F38-E1E2-4CC2-8927B816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37" y="1641222"/>
            <a:ext cx="792630" cy="632713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4CDAF06-A133-90F0-3480-DED77C125865}"/>
              </a:ext>
            </a:extLst>
          </p:cNvPr>
          <p:cNvSpPr/>
          <p:nvPr/>
        </p:nvSpPr>
        <p:spPr>
          <a:xfrm>
            <a:off x="1065602" y="3027408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4892E79-ABD5-4793-8CA0-E0E3B50ECB1E}"/>
              </a:ext>
            </a:extLst>
          </p:cNvPr>
          <p:cNvSpPr/>
          <p:nvPr/>
        </p:nvSpPr>
        <p:spPr>
          <a:xfrm>
            <a:off x="1064262" y="3435663"/>
            <a:ext cx="1736088" cy="29136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4E87DD9-460C-2FAC-839B-77652AF24E6D}"/>
              </a:ext>
            </a:extLst>
          </p:cNvPr>
          <p:cNvSpPr txBox="1"/>
          <p:nvPr/>
        </p:nvSpPr>
        <p:spPr>
          <a:xfrm>
            <a:off x="1064261" y="2993824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user name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26E5413-4990-3E48-DACD-651D20611B74}"/>
              </a:ext>
            </a:extLst>
          </p:cNvPr>
          <p:cNvSpPr txBox="1"/>
          <p:nvPr/>
        </p:nvSpPr>
        <p:spPr>
          <a:xfrm>
            <a:off x="1064261" y="3390621"/>
            <a:ext cx="88150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password</a:t>
            </a:r>
            <a:endParaRPr lang="zh-CN" altLang="en-US" sz="11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C1FA5A4-4636-3A28-2173-888C2025DF11}"/>
              </a:ext>
            </a:extLst>
          </p:cNvPr>
          <p:cNvSpPr/>
          <p:nvPr/>
        </p:nvSpPr>
        <p:spPr>
          <a:xfrm>
            <a:off x="1136650" y="4220988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EAEA6FB-F4D9-DFDD-DD20-E703CF68D6DC}"/>
              </a:ext>
            </a:extLst>
          </p:cNvPr>
          <p:cNvSpPr txBox="1"/>
          <p:nvPr/>
        </p:nvSpPr>
        <p:spPr>
          <a:xfrm>
            <a:off x="1677279" y="4162974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4935CE02-99D6-3FBA-0404-FB7AF527C24C}"/>
              </a:ext>
            </a:extLst>
          </p:cNvPr>
          <p:cNvGrpSpPr/>
          <p:nvPr/>
        </p:nvGrpSpPr>
        <p:grpSpPr>
          <a:xfrm>
            <a:off x="2086825" y="3814292"/>
            <a:ext cx="996141" cy="295978"/>
            <a:chOff x="2086825" y="3861123"/>
            <a:chExt cx="996141" cy="295978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C551D68A-3E0D-10EB-B997-154783FD4038}"/>
                </a:ext>
              </a:extLst>
            </p:cNvPr>
            <p:cNvSpPr/>
            <p:nvPr/>
          </p:nvSpPr>
          <p:spPr>
            <a:xfrm>
              <a:off x="2086825" y="3970320"/>
              <a:ext cx="131127" cy="130135"/>
            </a:xfrm>
            <a:prstGeom prst="round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E66FD6F1-412F-CC8B-12A4-AD5CA34E8110}"/>
                </a:ext>
              </a:extLst>
            </p:cNvPr>
            <p:cNvSpPr txBox="1"/>
            <p:nvPr/>
          </p:nvSpPr>
          <p:spPr>
            <a:xfrm>
              <a:off x="2201460" y="3861123"/>
              <a:ext cx="88150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记住密码</a:t>
              </a: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C40C165B-8906-5D7F-1906-F2245982DC1D}"/>
              </a:ext>
            </a:extLst>
          </p:cNvPr>
          <p:cNvGrpSpPr/>
          <p:nvPr/>
        </p:nvGrpSpPr>
        <p:grpSpPr>
          <a:xfrm>
            <a:off x="1064261" y="3816530"/>
            <a:ext cx="996141" cy="295978"/>
            <a:chOff x="1064261" y="3867330"/>
            <a:chExt cx="996141" cy="295978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E21CB31-53F6-CC86-D943-A493CCEE9F83}"/>
                </a:ext>
              </a:extLst>
            </p:cNvPr>
            <p:cNvSpPr/>
            <p:nvPr/>
          </p:nvSpPr>
          <p:spPr>
            <a:xfrm>
              <a:off x="1064261" y="3976527"/>
              <a:ext cx="131127" cy="13013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A60D6D0-67A1-99E6-5FBC-29E706A705E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786" y="4033603"/>
              <a:ext cx="30602" cy="39619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3F2255D5-BB60-8972-F2A6-F8D76A84C2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769" y="4007938"/>
              <a:ext cx="46810" cy="65061"/>
            </a:xfrm>
            <a:prstGeom prst="line">
              <a:avLst/>
            </a:prstGeom>
            <a:ln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E1C2C766-384A-B289-7588-A96236616834}"/>
                </a:ext>
              </a:extLst>
            </p:cNvPr>
            <p:cNvSpPr txBox="1"/>
            <p:nvPr/>
          </p:nvSpPr>
          <p:spPr>
            <a:xfrm>
              <a:off x="1178896" y="3867330"/>
              <a:ext cx="88150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同意协议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807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1" grpId="0"/>
      <p:bldP spid="52" grpId="0" animBg="1"/>
      <p:bldP spid="20" grpId="0" animBg="1"/>
      <p:bldP spid="22" grpId="0"/>
      <p:bldP spid="23" grpId="0"/>
      <p:bldP spid="27" grpId="0" animBg="1"/>
      <p:bldP spid="32" grpId="0" animBg="1"/>
      <p:bldP spid="36" grpId="0"/>
      <p:bldP spid="42" grpId="0"/>
      <p:bldP spid="43" grpId="0" animBg="1"/>
      <p:bldP spid="4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5445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39530" y="2075025"/>
            <a:ext cx="39912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*checkbox  = lv_checkbox_create (parent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39530" y="1690527"/>
            <a:ext cx="2403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：创建复选框部件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69129" y="1868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2793084"/>
            <a:ext cx="1832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：文本设置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29706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9530" y="3177857"/>
            <a:ext cx="778217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lv_checkbox_set_text( checkbox, "remember the password"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设置文本内容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lv_obj_set_style_pad_column( checkbox, 20, LV_STATE_DEFAULT );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设置文本和勾选框的间距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0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86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5445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复选框部件（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lv_checkbox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39530" y="1662784"/>
            <a:ext cx="28291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：添加、清除复选框状态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69129" y="1840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9530" y="2047557"/>
            <a:ext cx="828255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add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_state(checkbox,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添加状态：默认选中且不可修改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00"/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clear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_state(checkbox, LV_STATE_CHECKED | LV_STATE_DISABLED);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清除复选框的状态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E7A404-1270-4B60-A505-E1A058D86714}"/>
              </a:ext>
            </a:extLst>
          </p:cNvPr>
          <p:cNvSpPr txBox="1"/>
          <p:nvPr/>
        </p:nvSpPr>
        <p:spPr>
          <a:xfrm>
            <a:off x="752230" y="3084444"/>
            <a:ext cx="300655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：获取（判断）复选框状态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4E58AB3-AF68-B9DF-9A61-9249BCB19077}"/>
              </a:ext>
            </a:extLst>
          </p:cNvPr>
          <p:cNvSpPr/>
          <p:nvPr/>
        </p:nvSpPr>
        <p:spPr>
          <a:xfrm>
            <a:off x="581829" y="3261993"/>
            <a:ext cx="80588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E51FDF-BCC1-1C8E-7FB6-7D7FBC22DB9D}"/>
              </a:ext>
            </a:extLst>
          </p:cNvPr>
          <p:cNvSpPr txBox="1"/>
          <p:nvPr/>
        </p:nvSpPr>
        <p:spPr>
          <a:xfrm>
            <a:off x="752229" y="3473777"/>
            <a:ext cx="828255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lv_obj_has_state(checkbox, LV_STATE_CHECKED);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，选中；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，非选中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836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1" grpId="0"/>
      <p:bldP spid="22" grpId="0" animBg="1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489" y="185489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139" y="2552700"/>
            <a:ext cx="1127761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(lv_bar)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8892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3991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44788"/>
            <a:ext cx="43612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进度条部件常用于显示当前任务的完成进度。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184530" y="281358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014129" y="299113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178359" y="20793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184130" y="323317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013730" y="341072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42768" y="1943100"/>
            <a:ext cx="3367503" cy="2063751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033AF38-86E3-BF60-E9F1-4CD4969EAAC4}"/>
              </a:ext>
            </a:extLst>
          </p:cNvPr>
          <p:cNvSpPr/>
          <p:nvPr/>
        </p:nvSpPr>
        <p:spPr>
          <a:xfrm>
            <a:off x="893582" y="2745581"/>
            <a:ext cx="2840218" cy="11220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067E504-DB41-44F2-049E-31F2584AA87A}"/>
              </a:ext>
            </a:extLst>
          </p:cNvPr>
          <p:cNvSpPr/>
          <p:nvPr/>
        </p:nvSpPr>
        <p:spPr>
          <a:xfrm>
            <a:off x="899931" y="2745581"/>
            <a:ext cx="1488729" cy="11220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C55FE7-2EA0-2793-25AB-F8635AA788E3}"/>
              </a:ext>
            </a:extLst>
          </p:cNvPr>
          <p:cNvSpPr txBox="1"/>
          <p:nvPr/>
        </p:nvSpPr>
        <p:spPr>
          <a:xfrm>
            <a:off x="1695451" y="2972823"/>
            <a:ext cx="12890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下载进度：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50%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7C5D16-9DBB-268C-5CD3-02D2E12D1AFF}"/>
              </a:ext>
            </a:extLst>
          </p:cNvPr>
          <p:cNvSpPr txBox="1"/>
          <p:nvPr/>
        </p:nvSpPr>
        <p:spPr>
          <a:xfrm>
            <a:off x="1744288" y="2217318"/>
            <a:ext cx="128904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LOADING…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5FB0DAD-98A9-605F-9EE9-ABD0B7FC7EEA}"/>
              </a:ext>
            </a:extLst>
          </p:cNvPr>
          <p:cNvCxnSpPr>
            <a:cxnSpLocks/>
          </p:cNvCxnSpPr>
          <p:nvPr/>
        </p:nvCxnSpPr>
        <p:spPr>
          <a:xfrm>
            <a:off x="642768" y="3616934"/>
            <a:ext cx="336750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45C62A9-E684-4D48-0ABA-0D865A7AB228}"/>
              </a:ext>
            </a:extLst>
          </p:cNvPr>
          <p:cNvSpPr txBox="1"/>
          <p:nvPr/>
        </p:nvSpPr>
        <p:spPr>
          <a:xfrm>
            <a:off x="2043944" y="3623284"/>
            <a:ext cx="5214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59198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51" grpId="0"/>
      <p:bldP spid="52" grpId="0" animBg="1"/>
      <p:bldP spid="20" grpId="0" animBg="1"/>
      <p:bldP spid="2" grpId="0" animBg="1"/>
      <p:bldP spid="3" grpId="0" animBg="1"/>
      <p:bldP spid="7" grpId="0"/>
      <p:bldP spid="8" grpId="0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06725"/>
            <a:ext cx="3159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*bar  = lv_bar_create 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53977"/>
            <a:ext cx="2403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：创建进度条部件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315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215234"/>
            <a:ext cx="3915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：设置大小、当前值、范围值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3927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580957"/>
            <a:ext cx="64867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 bar, 400, 20 );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设置大小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lv_bar_set_value( bar, 50, LV_ANIM_ON 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lv_bar_set_range( bar, -100, 100 );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CC6F70-F5EB-F8B9-D797-95DA99962C1B}"/>
              </a:ext>
            </a:extLst>
          </p:cNvPr>
          <p:cNvSpPr txBox="1"/>
          <p:nvPr/>
        </p:nvSpPr>
        <p:spPr>
          <a:xfrm>
            <a:off x="745880" y="3665180"/>
            <a:ext cx="21116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：设置动画时间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4844750-62C9-5F18-BFB0-99E89B152278}"/>
              </a:ext>
            </a:extLst>
          </p:cNvPr>
          <p:cNvSpPr/>
          <p:nvPr/>
        </p:nvSpPr>
        <p:spPr>
          <a:xfrm>
            <a:off x="575479" y="384272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EB887E-4A10-4609-16EE-67B744219895}"/>
              </a:ext>
            </a:extLst>
          </p:cNvPr>
          <p:cNvSpPr txBox="1"/>
          <p:nvPr/>
        </p:nvSpPr>
        <p:spPr>
          <a:xfrm>
            <a:off x="745880" y="4018203"/>
            <a:ext cx="7909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lv_obj_set_style_anim_time( bar, 500, LV_STATE_DEFAULT 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动画设置必须放在当前值设置之前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76854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" grpId="0"/>
      <p:bldP spid="3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92425"/>
            <a:ext cx="606767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lv_bar_set_mode( bar, LV_BAR_MODE_RANGE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设置模式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lv_bar_set_start_value( bar, -50, LV_ANIM_OFF 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设置起始值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800000"/>
              </a:solidFill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63477"/>
            <a:ext cx="2949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拓展知识点：设置模式、起始值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410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5F61B1-DAB3-1068-2488-FB7818A1119F}"/>
              </a:ext>
            </a:extLst>
          </p:cNvPr>
          <p:cNvSpPr txBox="1"/>
          <p:nvPr/>
        </p:nvSpPr>
        <p:spPr>
          <a:xfrm>
            <a:off x="789497" y="2683946"/>
            <a:ext cx="7526905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</a:t>
            </a: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{</a:t>
            </a: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LV_BAR_MODE_NORMAL,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默认模式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LV_BAR_MODE_SYMMETRICAL,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从零值绘制到当前值（当前值可以小于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LV_BAR_MODE_RANGE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允许设置起始值，但起始值必须小于当前值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fr-FR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354201-D6B3-0C02-6DE1-E67BAB496740}"/>
              </a:ext>
            </a:extLst>
          </p:cNvPr>
          <p:cNvSpPr txBox="1"/>
          <p:nvPr/>
        </p:nvSpPr>
        <p:spPr>
          <a:xfrm>
            <a:off x="745879" y="4078962"/>
            <a:ext cx="75269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V8.2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版本的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LVGL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中，默认模式也允许设置起始值，但是后续的版本可能会修改。</a:t>
            </a:r>
          </a:p>
        </p:txBody>
      </p:sp>
    </p:spTree>
    <p:extLst>
      <p:ext uri="{BB962C8B-B14F-4D97-AF65-F5344CB8AC3E}">
        <p14:creationId xmlns:p14="http://schemas.microsoft.com/office/powerpoint/2010/main" val="389773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8" grpId="0" animBg="1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680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进度条部件（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lv_bar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2A8A08-7EBC-42AA-8CD1-30276786BFE3}"/>
              </a:ext>
            </a:extLst>
          </p:cNvPr>
          <p:cNvSpPr txBox="1"/>
          <p:nvPr/>
        </p:nvSpPr>
        <p:spPr>
          <a:xfrm>
            <a:off x="745880" y="1334730"/>
            <a:ext cx="38705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进度条使用注意事项（</a:t>
            </a: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V8.2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版本）：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87096F-4CFD-792E-56FE-CFFCC0E067AF}"/>
              </a:ext>
            </a:extLst>
          </p:cNvPr>
          <p:cNvSpPr/>
          <p:nvPr/>
        </p:nvSpPr>
        <p:spPr>
          <a:xfrm>
            <a:off x="575479" y="233777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017F54-FE18-415D-3010-4F320AECBC83}"/>
              </a:ext>
            </a:extLst>
          </p:cNvPr>
          <p:cNvSpPr txBox="1"/>
          <p:nvPr/>
        </p:nvSpPr>
        <p:spPr>
          <a:xfrm>
            <a:off x="745880" y="2151303"/>
            <a:ext cx="375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当进度条高度大于宽度时，其方向变为垂直。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03A20F0-EB7B-0C05-7A08-969904F1EC78}"/>
              </a:ext>
            </a:extLst>
          </p:cNvPr>
          <p:cNvSpPr/>
          <p:nvPr/>
        </p:nvSpPr>
        <p:spPr>
          <a:xfrm>
            <a:off x="575479" y="33517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75161D-B584-C6CC-E192-D2E95B718315}"/>
              </a:ext>
            </a:extLst>
          </p:cNvPr>
          <p:cNvSpPr txBox="1"/>
          <p:nvPr/>
        </p:nvSpPr>
        <p:spPr>
          <a:xfrm>
            <a:off x="745880" y="3165302"/>
            <a:ext cx="66455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动画时间指的是旧值刷新到新值的绘图时间，并不是现实中当前值变化所需的时间。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8F11A5D-CE08-1B84-45EA-300543FFB43E}"/>
              </a:ext>
            </a:extLst>
          </p:cNvPr>
          <p:cNvSpPr/>
          <p:nvPr/>
        </p:nvSpPr>
        <p:spPr>
          <a:xfrm>
            <a:off x="575479" y="283809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88E66C-F1E4-FB1E-CA23-DEA53DEB7973}"/>
              </a:ext>
            </a:extLst>
          </p:cNvPr>
          <p:cNvSpPr txBox="1"/>
          <p:nvPr/>
        </p:nvSpPr>
        <p:spPr>
          <a:xfrm>
            <a:off x="745879" y="2651619"/>
            <a:ext cx="514945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动画时间设置需要放在当前值设置之前 ，否则看不到动画效果。</a:t>
            </a:r>
            <a:endParaRPr lang="en-US" altLang="zh-CN" sz="14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22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/>
      <p:bldP spid="17" grpId="0" animBg="1"/>
      <p:bldP spid="21" grpId="0"/>
      <p:bldP spid="29" grpId="0" animBg="1"/>
      <p:bldP spid="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489" y="1854898"/>
            <a:ext cx="225171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552700"/>
            <a:ext cx="1576065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(lv_spinner)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5447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42768" y="1994812"/>
            <a:ext cx="3643482" cy="189402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227E65D-360F-DA49-19A2-96CCD954B805}"/>
              </a:ext>
            </a:extLst>
          </p:cNvPr>
          <p:cNvSpPr/>
          <p:nvPr/>
        </p:nvSpPr>
        <p:spPr>
          <a:xfrm>
            <a:off x="1977269" y="2327025"/>
            <a:ext cx="900000" cy="9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2461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lv_spinner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44788"/>
            <a:ext cx="41326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加载器部件常用于提示当前任务正在加载。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267080" y="26167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096679" y="27942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254559" y="195871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加载器部件组成部分：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266680" y="30363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096280" y="32138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空心弧 17">
            <a:extLst>
              <a:ext uri="{FF2B5EF4-FFF2-40B4-BE49-F238E27FC236}">
                <a16:creationId xmlns:a16="http://schemas.microsoft.com/office/drawing/2014/main" id="{EEDF462F-BE59-8484-A9F9-D159CF31327C}"/>
              </a:ext>
            </a:extLst>
          </p:cNvPr>
          <p:cNvSpPr/>
          <p:nvPr/>
        </p:nvSpPr>
        <p:spPr>
          <a:xfrm>
            <a:off x="1968657" y="2306075"/>
            <a:ext cx="1080000" cy="976245"/>
          </a:xfrm>
          <a:prstGeom prst="blockArc">
            <a:avLst>
              <a:gd name="adj1" fmla="val 12385626"/>
              <a:gd name="adj2" fmla="val 14441466"/>
              <a:gd name="adj3" fmla="val 912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DB4D887-8621-197F-00CB-C96D8F0F0ECC}"/>
              </a:ext>
            </a:extLst>
          </p:cNvPr>
          <p:cNvSpPr/>
          <p:nvPr/>
        </p:nvSpPr>
        <p:spPr>
          <a:xfrm>
            <a:off x="2242583" y="2352007"/>
            <a:ext cx="93600" cy="936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25E1AFF-4CE8-623B-1876-22F838833055}"/>
              </a:ext>
            </a:extLst>
          </p:cNvPr>
          <p:cNvSpPr/>
          <p:nvPr/>
        </p:nvSpPr>
        <p:spPr>
          <a:xfrm>
            <a:off x="2025174" y="2541865"/>
            <a:ext cx="93600" cy="936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E21695F-AD6D-6A22-5F3D-C55EB3525810}"/>
              </a:ext>
            </a:extLst>
          </p:cNvPr>
          <p:cNvSpPr/>
          <p:nvPr/>
        </p:nvSpPr>
        <p:spPr>
          <a:xfrm>
            <a:off x="2067269" y="2417025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BF41A-E0F8-9FAE-0139-7EB87AC10437}"/>
              </a:ext>
            </a:extLst>
          </p:cNvPr>
          <p:cNvSpPr txBox="1"/>
          <p:nvPr/>
        </p:nvSpPr>
        <p:spPr>
          <a:xfrm>
            <a:off x="1907539" y="3275134"/>
            <a:ext cx="119126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LOADING…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732334-AAAC-1D0C-5733-C2A6F3667B67}"/>
              </a:ext>
            </a:extLst>
          </p:cNvPr>
          <p:cNvSpPr txBox="1"/>
          <p:nvPr/>
        </p:nvSpPr>
        <p:spPr>
          <a:xfrm>
            <a:off x="5266680" y="3454272"/>
            <a:ext cx="2073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手柄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906012F-18B4-158F-3119-CF6DDAABE31A}"/>
              </a:ext>
            </a:extLst>
          </p:cNvPr>
          <p:cNvSpPr/>
          <p:nvPr/>
        </p:nvSpPr>
        <p:spPr>
          <a:xfrm>
            <a:off x="5096280" y="363182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23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18" grpId="0" animBg="1"/>
      <p:bldP spid="19" grpId="0" animBg="1"/>
      <p:bldP spid="21" grpId="0" animBg="1"/>
      <p:bldP spid="14" grpId="0" animBg="1"/>
      <p:bldP spid="22" grpId="0"/>
      <p:bldP spid="23" grpId="0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326096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加载器部件（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lv_spinner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49575"/>
            <a:ext cx="5407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*spinner  = lv_spinner_create( parent, spin_time, arc_length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96827"/>
            <a:ext cx="2283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：创建加载器部件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743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15808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：设置圆弧颜色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3356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523807"/>
            <a:ext cx="80615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_color( spinner, lv_color_hex(0x4a9f00), LV_PART_MAIN ); 	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设置主体圆弧颜色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_color( spinner, lv_color_hex(0x83bd55), LV_PART_INDICATOR );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设置指示器圆弧颜色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45880" y="3318203"/>
            <a:ext cx="22068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：设置圆弧宽度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75479" y="34957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45880" y="3683926"/>
            <a:ext cx="81250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 spinner, 30, LV_PART_MAIN );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设置主体圆弧宽度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 spinner, 30, LV_PART_INDICATOR );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设置指示器圆弧宽度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59338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887" y="1854898"/>
            <a:ext cx="184022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051" y="2512078"/>
            <a:ext cx="11303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(lv_led)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70977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464968" y="1519438"/>
            <a:ext cx="4392782" cy="2658862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F71F5C-69A1-4DA4-6473-946A6ADE8C2C}"/>
              </a:ext>
            </a:extLst>
          </p:cNvPr>
          <p:cNvSpPr/>
          <p:nvPr/>
        </p:nvSpPr>
        <p:spPr>
          <a:xfrm>
            <a:off x="3485975" y="2603500"/>
            <a:ext cx="851075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55A7B87-7E23-F100-CC50-735C1DAF508D}"/>
              </a:ext>
            </a:extLst>
          </p:cNvPr>
          <p:cNvSpPr/>
          <p:nvPr/>
        </p:nvSpPr>
        <p:spPr>
          <a:xfrm>
            <a:off x="2228046" y="2603500"/>
            <a:ext cx="851074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83136E-03DB-86D1-1184-D38E793C6266}"/>
              </a:ext>
            </a:extLst>
          </p:cNvPr>
          <p:cNvSpPr/>
          <p:nvPr/>
        </p:nvSpPr>
        <p:spPr>
          <a:xfrm>
            <a:off x="952500" y="2603500"/>
            <a:ext cx="851073" cy="130290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3507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233551" y="2091110"/>
            <a:ext cx="35675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部件常用于指示控制对象的状态。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991821" y="2958789"/>
            <a:ext cx="214253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821420" y="31363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E21695F-AD6D-6A22-5F3D-C55EB3525810}"/>
              </a:ext>
            </a:extLst>
          </p:cNvPr>
          <p:cNvSpPr/>
          <p:nvPr/>
        </p:nvSpPr>
        <p:spPr>
          <a:xfrm>
            <a:off x="1110613" y="2812772"/>
            <a:ext cx="504000" cy="504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BF41A-E0F8-9FAE-0139-7EB87AC10437}"/>
              </a:ext>
            </a:extLst>
          </p:cNvPr>
          <p:cNvSpPr txBox="1"/>
          <p:nvPr/>
        </p:nvSpPr>
        <p:spPr>
          <a:xfrm>
            <a:off x="1102990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客厅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D99D8DE-1544-49E9-C521-85A65C2C40E8}"/>
              </a:ext>
            </a:extLst>
          </p:cNvPr>
          <p:cNvSpPr/>
          <p:nvPr/>
        </p:nvSpPr>
        <p:spPr>
          <a:xfrm>
            <a:off x="2398173" y="2812772"/>
            <a:ext cx="504000" cy="504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63500" sx="110000" sy="110000" algn="ctr" rotWithShape="0">
              <a:srgbClr val="00B0F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465333-AB59-BEB0-E82D-67EB96FBA31B}"/>
              </a:ext>
            </a:extLst>
          </p:cNvPr>
          <p:cNvSpPr txBox="1"/>
          <p:nvPr/>
        </p:nvSpPr>
        <p:spPr>
          <a:xfrm>
            <a:off x="2374038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卧室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6F4A44A-CC24-DAE3-33D2-50A6A0E77C51}"/>
              </a:ext>
            </a:extLst>
          </p:cNvPr>
          <p:cNvSpPr/>
          <p:nvPr/>
        </p:nvSpPr>
        <p:spPr>
          <a:xfrm>
            <a:off x="3662085" y="2812772"/>
            <a:ext cx="504000" cy="50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12000" sy="112000" algn="ctr" rotWithShape="0">
              <a:srgbClr val="00B0F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6F6E4D-EEFA-8882-7CA9-2CCB63F53CFD}"/>
              </a:ext>
            </a:extLst>
          </p:cNvPr>
          <p:cNvSpPr txBox="1"/>
          <p:nvPr/>
        </p:nvSpPr>
        <p:spPr>
          <a:xfrm>
            <a:off x="3654034" y="3366269"/>
            <a:ext cx="577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厨房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54F256-4190-DB07-D75A-FF8B07905E70}"/>
              </a:ext>
            </a:extLst>
          </p:cNvPr>
          <p:cNvSpPr txBox="1"/>
          <p:nvPr/>
        </p:nvSpPr>
        <p:spPr>
          <a:xfrm>
            <a:off x="2077203" y="2090504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5DA5C0-13D4-E58B-D41B-0DD6718656E3}"/>
              </a:ext>
            </a:extLst>
          </p:cNvPr>
          <p:cNvSpPr txBox="1"/>
          <p:nvPr/>
        </p:nvSpPr>
        <p:spPr>
          <a:xfrm>
            <a:off x="2201808" y="1662723"/>
            <a:ext cx="1030887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控制中心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194CDA-4B2E-B290-CF79-40051C738C81}"/>
              </a:ext>
            </a:extLst>
          </p:cNvPr>
          <p:cNvCxnSpPr>
            <a:cxnSpLocks/>
          </p:cNvCxnSpPr>
          <p:nvPr/>
        </p:nvCxnSpPr>
        <p:spPr>
          <a:xfrm flipV="1">
            <a:off x="828117" y="2102079"/>
            <a:ext cx="3635931" cy="635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56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  <p:bldP spid="12" grpId="0" animBg="1"/>
      <p:bldP spid="10" grpId="0" animBg="1"/>
      <p:bldP spid="29" grpId="0"/>
      <p:bldP spid="49" grpId="0"/>
      <p:bldP spid="50" grpId="0" animBg="1"/>
      <p:bldP spid="14" grpId="0" animBg="1"/>
      <p:bldP spid="22" grpId="0"/>
      <p:bldP spid="2" grpId="0" animBg="1"/>
      <p:bldP spid="3" grpId="0"/>
      <p:bldP spid="7" grpId="0" animBg="1"/>
      <p:bldP spid="8" grpId="0"/>
      <p:bldP spid="17" grpId="0"/>
      <p:bldP spid="1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888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lv_led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54325"/>
            <a:ext cx="3051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*led = lv_led_create(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015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791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043784"/>
            <a:ext cx="2752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颜色、亮度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221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409507"/>
            <a:ext cx="695308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lv_led_set_color( led, lv_color_hex(0xff0000) );	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颜色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lv_led_set_brightness( led, 0 );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亮度，范围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0~255*/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45880" y="3165803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75479" y="33433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45880" y="3531526"/>
            <a:ext cx="71916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lv_led_on( led );				   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打开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（设置亮度为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255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lv_led_off( led );		   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lv_led_toggle( led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翻转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LED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状态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73486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634" y="1865076"/>
            <a:ext cx="17967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1" y="2512078"/>
            <a:ext cx="11049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(lv_list)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96991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2BC5AFF-67E2-FFA1-D2BB-83383B251A07}"/>
              </a:ext>
            </a:extLst>
          </p:cNvPr>
          <p:cNvSpPr/>
          <p:nvPr/>
        </p:nvSpPr>
        <p:spPr>
          <a:xfrm>
            <a:off x="636416" y="1634038"/>
            <a:ext cx="2297283" cy="293796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706268" y="1969722"/>
            <a:ext cx="2163932" cy="242447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382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lv_list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017788"/>
            <a:ext cx="51423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列表部件常用于多选一的场景，默认会展现多个选项。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4924359" y="22190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列表部件组成部分：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719E8B-9131-86C2-F103-EBE9C48A3D8F}"/>
              </a:ext>
            </a:extLst>
          </p:cNvPr>
          <p:cNvSpPr txBox="1"/>
          <p:nvPr/>
        </p:nvSpPr>
        <p:spPr>
          <a:xfrm>
            <a:off x="1169641" y="2010697"/>
            <a:ext cx="70440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2C01BF9-006B-A103-D70D-AD1CCC950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94" y="2098673"/>
            <a:ext cx="210831" cy="200075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1DF8ACF-69F3-0570-24D3-80DA22187CA2}"/>
              </a:ext>
            </a:extLst>
          </p:cNvPr>
          <p:cNvCxnSpPr>
            <a:cxnSpLocks/>
          </p:cNvCxnSpPr>
          <p:nvPr/>
        </p:nvCxnSpPr>
        <p:spPr>
          <a:xfrm>
            <a:off x="859867" y="2371511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B46F8C4A-F435-C0F4-63B7-CC96F557D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62" y="2455196"/>
            <a:ext cx="174101" cy="23295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BA39F68-42DD-D2A3-5BD3-0055120FB0A5}"/>
              </a:ext>
            </a:extLst>
          </p:cNvPr>
          <p:cNvSpPr txBox="1"/>
          <p:nvPr/>
        </p:nvSpPr>
        <p:spPr>
          <a:xfrm>
            <a:off x="1169641" y="2407980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102A10B-1C01-F0E4-3222-75A541076EB0}"/>
              </a:ext>
            </a:extLst>
          </p:cNvPr>
          <p:cNvCxnSpPr>
            <a:cxnSpLocks/>
          </p:cNvCxnSpPr>
          <p:nvPr/>
        </p:nvCxnSpPr>
        <p:spPr>
          <a:xfrm>
            <a:off x="859867" y="2774008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8B1F890D-7D65-225A-9021-793F73E21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64" y="2848403"/>
            <a:ext cx="218863" cy="243181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814163B-F3BD-9AC0-B745-9DFCD257ECF2}"/>
              </a:ext>
            </a:extLst>
          </p:cNvPr>
          <p:cNvSpPr txBox="1"/>
          <p:nvPr/>
        </p:nvSpPr>
        <p:spPr>
          <a:xfrm>
            <a:off x="1169641" y="2795775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移动网络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0349680-DEED-1ECE-A281-0C6783AC9C8A}"/>
              </a:ext>
            </a:extLst>
          </p:cNvPr>
          <p:cNvCxnSpPr>
            <a:cxnSpLocks/>
          </p:cNvCxnSpPr>
          <p:nvPr/>
        </p:nvCxnSpPr>
        <p:spPr>
          <a:xfrm>
            <a:off x="859867" y="3176505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D055F00C-E1A7-9642-6193-DAFD361246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738" y="3253593"/>
            <a:ext cx="238760" cy="24128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3AB05A8-9202-87C3-1C50-CB063861E6BF}"/>
              </a:ext>
            </a:extLst>
          </p:cNvPr>
          <p:cNvSpPr txBox="1"/>
          <p:nvPr/>
        </p:nvSpPr>
        <p:spPr>
          <a:xfrm>
            <a:off x="1169641" y="3198982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更多连接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A9EA54-C3DD-8DB3-4DAF-1607C2C3B1E2}"/>
              </a:ext>
            </a:extLst>
          </p:cNvPr>
          <p:cNvSpPr txBox="1"/>
          <p:nvPr/>
        </p:nvSpPr>
        <p:spPr>
          <a:xfrm>
            <a:off x="817440" y="1641948"/>
            <a:ext cx="49701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46BCDAF-76D5-D5E7-2D87-A8C253E41B43}"/>
              </a:ext>
            </a:extLst>
          </p:cNvPr>
          <p:cNvSpPr txBox="1"/>
          <p:nvPr/>
        </p:nvSpPr>
        <p:spPr>
          <a:xfrm>
            <a:off x="1206467" y="3620685"/>
            <a:ext cx="5702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壁纸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F2454D1-DE0C-894B-7741-F012556EA567}"/>
              </a:ext>
            </a:extLst>
          </p:cNvPr>
          <p:cNvCxnSpPr>
            <a:cxnSpLocks/>
          </p:cNvCxnSpPr>
          <p:nvPr/>
        </p:nvCxnSpPr>
        <p:spPr>
          <a:xfrm>
            <a:off x="859867" y="3981499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D262EC0-9699-75C6-14B9-73D881DB1982}"/>
              </a:ext>
            </a:extLst>
          </p:cNvPr>
          <p:cNvSpPr txBox="1"/>
          <p:nvPr/>
        </p:nvSpPr>
        <p:spPr>
          <a:xfrm>
            <a:off x="1206467" y="4017968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6C374B47-B863-AA1F-6F9E-ACA3DC82D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42" y="3681363"/>
            <a:ext cx="223532" cy="233358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369F84E-EB50-BA93-C10C-74D7A05F18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112" y="4066232"/>
            <a:ext cx="271268" cy="262006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A73E579-6FB7-3814-025A-9C81E7DBEE9D}"/>
              </a:ext>
            </a:extLst>
          </p:cNvPr>
          <p:cNvSpPr txBox="1"/>
          <p:nvPr/>
        </p:nvSpPr>
        <p:spPr>
          <a:xfrm>
            <a:off x="4924180" y="2807237"/>
            <a:ext cx="213829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5907F24A-F205-4C04-E858-D988E92B57AE}"/>
              </a:ext>
            </a:extLst>
          </p:cNvPr>
          <p:cNvSpPr/>
          <p:nvPr/>
        </p:nvSpPr>
        <p:spPr>
          <a:xfrm>
            <a:off x="4753779" y="298478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DDA6696-20F8-7057-55AE-4EF9D1002BA7}"/>
              </a:ext>
            </a:extLst>
          </p:cNvPr>
          <p:cNvSpPr txBox="1"/>
          <p:nvPr/>
        </p:nvSpPr>
        <p:spPr>
          <a:xfrm>
            <a:off x="4923780" y="3226823"/>
            <a:ext cx="2786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37774636-72D9-C045-A836-272C546A0216}"/>
              </a:ext>
            </a:extLst>
          </p:cNvPr>
          <p:cNvSpPr/>
          <p:nvPr/>
        </p:nvSpPr>
        <p:spPr>
          <a:xfrm>
            <a:off x="4753380" y="340437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B3C2C4B-07FF-D110-0397-A37C313BF045}"/>
              </a:ext>
            </a:extLst>
          </p:cNvPr>
          <p:cNvCxnSpPr>
            <a:cxnSpLocks/>
          </p:cNvCxnSpPr>
          <p:nvPr/>
        </p:nvCxnSpPr>
        <p:spPr>
          <a:xfrm>
            <a:off x="859867" y="3579002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8BA93342-5A74-86A7-5218-FAE138BBEBAF}"/>
              </a:ext>
            </a:extLst>
          </p:cNvPr>
          <p:cNvSpPr/>
          <p:nvPr/>
        </p:nvSpPr>
        <p:spPr>
          <a:xfrm>
            <a:off x="2790508" y="2064716"/>
            <a:ext cx="36000" cy="2047554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75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0" grpId="0" animBg="1"/>
      <p:bldP spid="29" grpId="0"/>
      <p:bldP spid="55" grpId="0"/>
      <p:bldP spid="14" grpId="0"/>
      <p:bldP spid="26" grpId="0"/>
      <p:bldP spid="31" grpId="0"/>
      <p:bldP spid="35" grpId="0"/>
      <p:bldP spid="37" grpId="0"/>
      <p:bldP spid="46" grpId="0"/>
      <p:bldP spid="54" grpId="0"/>
      <p:bldP spid="66" grpId="0"/>
      <p:bldP spid="67" grpId="0" animBg="1"/>
      <p:bldP spid="68" grpId="0"/>
      <p:bldP spid="69" grpId="0" animBg="1"/>
      <p:bldP spid="7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888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lv_list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79725"/>
            <a:ext cx="3051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*list = lv_list_create(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269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：创建列表部件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045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01838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：添加列表文本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1959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384107"/>
            <a:ext cx="2784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lv_list_add_text( list, “Settings" 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45880" y="2848303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：添加列表按钮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75479" y="30258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45879" y="3214026"/>
            <a:ext cx="498182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*btn= lv_list_add_btn( list, LV_SYMBOL_WIFI, “WLAN");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3F6AF9-6644-A312-5D32-A2231EA4952D}"/>
              </a:ext>
            </a:extLst>
          </p:cNvPr>
          <p:cNvSpPr txBox="1"/>
          <p:nvPr/>
        </p:nvSpPr>
        <p:spPr>
          <a:xfrm>
            <a:off x="745880" y="3724629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：获取列表按钮文本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A1D78F4-7B5C-2DB2-CC51-6A0A3F44EC0E}"/>
              </a:ext>
            </a:extLst>
          </p:cNvPr>
          <p:cNvSpPr/>
          <p:nvPr/>
        </p:nvSpPr>
        <p:spPr>
          <a:xfrm>
            <a:off x="575479" y="39021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95BA6C-7C50-73DB-1714-1EDCDF6E73BB}"/>
              </a:ext>
            </a:extLst>
          </p:cNvPr>
          <p:cNvSpPr txBox="1"/>
          <p:nvPr/>
        </p:nvSpPr>
        <p:spPr>
          <a:xfrm>
            <a:off x="745880" y="4090352"/>
            <a:ext cx="266865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lv_list_get_btn_text( list, list_btn 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B8C1B3-2EC4-9C52-856E-96D14130C291}"/>
              </a:ext>
            </a:extLst>
          </p:cNvPr>
          <p:cNvSpPr/>
          <p:nvPr/>
        </p:nvSpPr>
        <p:spPr>
          <a:xfrm>
            <a:off x="6026150" y="1507086"/>
            <a:ext cx="2297283" cy="247823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CC1FEC0-DF11-9D17-C4A4-700C2BA1435C}"/>
              </a:ext>
            </a:extLst>
          </p:cNvPr>
          <p:cNvSpPr/>
          <p:nvPr/>
        </p:nvSpPr>
        <p:spPr>
          <a:xfrm>
            <a:off x="6096002" y="1842770"/>
            <a:ext cx="2163932" cy="2041475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9D3A5F-C182-01A5-5743-57C5B3CC7254}"/>
              </a:ext>
            </a:extLst>
          </p:cNvPr>
          <p:cNvSpPr txBox="1"/>
          <p:nvPr/>
        </p:nvSpPr>
        <p:spPr>
          <a:xfrm>
            <a:off x="6559375" y="1883745"/>
            <a:ext cx="70440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1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3E8BAD0-7F46-69A0-4F77-13A2F468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28" y="1971721"/>
            <a:ext cx="210831" cy="200075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51B1A9B-0430-4074-BB74-10BDBA6C2B2A}"/>
              </a:ext>
            </a:extLst>
          </p:cNvPr>
          <p:cNvCxnSpPr>
            <a:cxnSpLocks/>
          </p:cNvCxnSpPr>
          <p:nvPr/>
        </p:nvCxnSpPr>
        <p:spPr>
          <a:xfrm>
            <a:off x="6249601" y="2244559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97F1CFC1-6799-3E2B-96A8-509E9A382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596" y="2328244"/>
            <a:ext cx="174101" cy="23295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F039BA8-83BF-F85E-136F-03364142286C}"/>
              </a:ext>
            </a:extLst>
          </p:cNvPr>
          <p:cNvSpPr txBox="1"/>
          <p:nvPr/>
        </p:nvSpPr>
        <p:spPr>
          <a:xfrm>
            <a:off x="6559375" y="2281028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AB1BB6D-4E22-26D5-54F9-0BCDE7BE085F}"/>
              </a:ext>
            </a:extLst>
          </p:cNvPr>
          <p:cNvCxnSpPr>
            <a:cxnSpLocks/>
          </p:cNvCxnSpPr>
          <p:nvPr/>
        </p:nvCxnSpPr>
        <p:spPr>
          <a:xfrm>
            <a:off x="6249601" y="2647056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C779D3D-71D3-7ADF-EB8B-E99B00684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498" y="2721451"/>
            <a:ext cx="218863" cy="24318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197F046-9B58-C3EC-A2C5-19CA5FD73EC9}"/>
              </a:ext>
            </a:extLst>
          </p:cNvPr>
          <p:cNvSpPr txBox="1"/>
          <p:nvPr/>
        </p:nvSpPr>
        <p:spPr>
          <a:xfrm>
            <a:off x="6559375" y="2668823"/>
            <a:ext cx="7734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移动网络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0D92B84-D649-BB10-D5E8-BB2F229BE6ED}"/>
              </a:ext>
            </a:extLst>
          </p:cNvPr>
          <p:cNvCxnSpPr>
            <a:cxnSpLocks/>
          </p:cNvCxnSpPr>
          <p:nvPr/>
        </p:nvCxnSpPr>
        <p:spPr>
          <a:xfrm>
            <a:off x="6249601" y="3049553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002F78AD-7B47-0D6A-A848-EC3CC38473A4}"/>
              </a:ext>
            </a:extLst>
          </p:cNvPr>
          <p:cNvSpPr txBox="1"/>
          <p:nvPr/>
        </p:nvSpPr>
        <p:spPr>
          <a:xfrm>
            <a:off x="6207174" y="1514996"/>
            <a:ext cx="49701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FC3FC6-EFEA-76E5-2CDF-D75D1D55EBF4}"/>
              </a:ext>
            </a:extLst>
          </p:cNvPr>
          <p:cNvSpPr txBox="1"/>
          <p:nvPr/>
        </p:nvSpPr>
        <p:spPr>
          <a:xfrm>
            <a:off x="6596201" y="3087333"/>
            <a:ext cx="5702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壁纸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44FE76-E8F1-3FE9-B5BA-D964D81CCA84}"/>
              </a:ext>
            </a:extLst>
          </p:cNvPr>
          <p:cNvCxnSpPr>
            <a:cxnSpLocks/>
          </p:cNvCxnSpPr>
          <p:nvPr/>
        </p:nvCxnSpPr>
        <p:spPr>
          <a:xfrm>
            <a:off x="6249601" y="3448147"/>
            <a:ext cx="181348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D74E229-C555-6B57-614B-A5D03F3C2CD2}"/>
              </a:ext>
            </a:extLst>
          </p:cNvPr>
          <p:cNvSpPr txBox="1"/>
          <p:nvPr/>
        </p:nvSpPr>
        <p:spPr>
          <a:xfrm>
            <a:off x="6596201" y="3484616"/>
            <a:ext cx="5004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亮度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CCCA5E7-C2AE-49AC-3BE0-001F61655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776" y="3148011"/>
            <a:ext cx="223532" cy="233358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456F4AE7-1185-95CA-935C-788FD9CABF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846" y="3532880"/>
            <a:ext cx="271268" cy="262006"/>
          </a:xfrm>
          <a:prstGeom prst="rect">
            <a:avLst/>
          </a:prstGeom>
        </p:spPr>
      </p:pic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34123DC-9ECE-E0AE-AA5A-29B039A85BA0}"/>
              </a:ext>
            </a:extLst>
          </p:cNvPr>
          <p:cNvSpPr/>
          <p:nvPr/>
        </p:nvSpPr>
        <p:spPr>
          <a:xfrm>
            <a:off x="8180242" y="1937764"/>
            <a:ext cx="36000" cy="13284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46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2" grpId="0"/>
      <p:bldP spid="3" grpId="0" animBg="1"/>
      <p:bldP spid="7" grpId="0"/>
      <p:bldP spid="17" grpId="0" animBg="1"/>
      <p:bldP spid="21" grpId="0" animBg="1"/>
      <p:bldP spid="22" grpId="0"/>
      <p:bldP spid="26" grpId="0"/>
      <p:bldP spid="29" grpId="0"/>
      <p:bldP spid="34" grpId="0"/>
      <p:bldP spid="35" grpId="0"/>
      <p:bldP spid="37" grpId="0"/>
      <p:bldP spid="4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518" y="1833326"/>
            <a:ext cx="2640963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512078"/>
            <a:ext cx="199389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(lv_dropdown)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7481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42768" y="2039262"/>
            <a:ext cx="3491082" cy="21771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8620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144788"/>
            <a:ext cx="56821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下拉列表部件常用于多选一的场景，点击后可展现多个选项。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614016" y="2948866"/>
            <a:ext cx="1622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BUTTON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443615" y="312641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11709" y="2219069"/>
            <a:ext cx="22257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下拉列表部件组成部分：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613616" y="3368452"/>
            <a:ext cx="12128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列表（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LIST)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443216" y="354600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EA87875-C7ED-F24F-CE05-05348D8B9BE9}"/>
              </a:ext>
            </a:extLst>
          </p:cNvPr>
          <p:cNvSpPr/>
          <p:nvPr/>
        </p:nvSpPr>
        <p:spPr>
          <a:xfrm>
            <a:off x="1052268" y="2357567"/>
            <a:ext cx="1141656" cy="310106"/>
          </a:xfrm>
          <a:prstGeom prst="roundRect">
            <a:avLst>
              <a:gd name="adj" fmla="val 16468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BF41A-E0F8-9FAE-0139-7EB87AC10437}"/>
              </a:ext>
            </a:extLst>
          </p:cNvPr>
          <p:cNvSpPr txBox="1"/>
          <p:nvPr/>
        </p:nvSpPr>
        <p:spPr>
          <a:xfrm>
            <a:off x="1128748" y="2321198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170356E-40C3-26F1-3949-9FC9AFC00235}"/>
              </a:ext>
            </a:extLst>
          </p:cNvPr>
          <p:cNvCxnSpPr>
            <a:cxnSpLocks/>
          </p:cNvCxnSpPr>
          <p:nvPr/>
        </p:nvCxnSpPr>
        <p:spPr>
          <a:xfrm>
            <a:off x="1925635" y="2473330"/>
            <a:ext cx="66675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9BBFF60-2DBC-3EFA-73BC-936C35718AC2}"/>
              </a:ext>
            </a:extLst>
          </p:cNvPr>
          <p:cNvCxnSpPr>
            <a:cxnSpLocks/>
          </p:cNvCxnSpPr>
          <p:nvPr/>
        </p:nvCxnSpPr>
        <p:spPr>
          <a:xfrm flipH="1">
            <a:off x="1992310" y="2473330"/>
            <a:ext cx="61912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C68A4C0-678C-B9BA-3F5F-45A3C9EA9150}"/>
              </a:ext>
            </a:extLst>
          </p:cNvPr>
          <p:cNvSpPr/>
          <p:nvPr/>
        </p:nvSpPr>
        <p:spPr>
          <a:xfrm>
            <a:off x="1052267" y="2681387"/>
            <a:ext cx="1141656" cy="1301613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41A3B12-32E5-6A0C-01CB-EB91471420F3}"/>
              </a:ext>
            </a:extLst>
          </p:cNvPr>
          <p:cNvSpPr txBox="1"/>
          <p:nvPr/>
        </p:nvSpPr>
        <p:spPr>
          <a:xfrm>
            <a:off x="1128748" y="271891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宋体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61243B1-BB7B-BDFC-AFB0-640176A82E6C}"/>
              </a:ext>
            </a:extLst>
          </p:cNvPr>
          <p:cNvSpPr txBox="1"/>
          <p:nvPr/>
        </p:nvSpPr>
        <p:spPr>
          <a:xfrm>
            <a:off x="1128748" y="300983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楷体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4878897-A858-1599-842E-D7252A837AA4}"/>
              </a:ext>
            </a:extLst>
          </p:cNvPr>
          <p:cNvSpPr/>
          <p:nvPr/>
        </p:nvSpPr>
        <p:spPr>
          <a:xfrm>
            <a:off x="1052267" y="3335197"/>
            <a:ext cx="114165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B9649AF-3BFC-BC88-430D-EF2660DFAFD2}"/>
              </a:ext>
            </a:extLst>
          </p:cNvPr>
          <p:cNvSpPr txBox="1"/>
          <p:nvPr/>
        </p:nvSpPr>
        <p:spPr>
          <a:xfrm>
            <a:off x="1128748" y="3300756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等线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979FEE-0176-AE40-8FC6-DBD5E176C631}"/>
              </a:ext>
            </a:extLst>
          </p:cNvPr>
          <p:cNvSpPr txBox="1"/>
          <p:nvPr/>
        </p:nvSpPr>
        <p:spPr>
          <a:xfrm>
            <a:off x="1128748" y="3591677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黑体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17EB870-B06F-F515-430A-C2EC41BF2FB1}"/>
              </a:ext>
            </a:extLst>
          </p:cNvPr>
          <p:cNvSpPr/>
          <p:nvPr/>
        </p:nvSpPr>
        <p:spPr>
          <a:xfrm>
            <a:off x="2567930" y="2360570"/>
            <a:ext cx="1141656" cy="310106"/>
          </a:xfrm>
          <a:prstGeom prst="roundRect">
            <a:avLst>
              <a:gd name="adj" fmla="val 16468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79EF13-62EA-C5BF-8D15-4F0CBD08AA54}"/>
              </a:ext>
            </a:extLst>
          </p:cNvPr>
          <p:cNvSpPr txBox="1"/>
          <p:nvPr/>
        </p:nvSpPr>
        <p:spPr>
          <a:xfrm>
            <a:off x="2644410" y="2324201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B0C8209-6F75-3BAC-6008-046A3A045800}"/>
              </a:ext>
            </a:extLst>
          </p:cNvPr>
          <p:cNvCxnSpPr>
            <a:cxnSpLocks/>
          </p:cNvCxnSpPr>
          <p:nvPr/>
        </p:nvCxnSpPr>
        <p:spPr>
          <a:xfrm>
            <a:off x="3441297" y="2476333"/>
            <a:ext cx="66675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3CD3530-09D5-F941-0AD7-87C9CBF05CF1}"/>
              </a:ext>
            </a:extLst>
          </p:cNvPr>
          <p:cNvCxnSpPr>
            <a:cxnSpLocks/>
          </p:cNvCxnSpPr>
          <p:nvPr/>
        </p:nvCxnSpPr>
        <p:spPr>
          <a:xfrm flipH="1">
            <a:off x="3507972" y="2476333"/>
            <a:ext cx="61912" cy="72231"/>
          </a:xfrm>
          <a:prstGeom prst="line">
            <a:avLst/>
          </a:prstGeom>
          <a:ln cap="rnd">
            <a:solidFill>
              <a:srgbClr val="002060"/>
            </a:solidFill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A891852-E29E-547C-CDAC-41754BD6176E}"/>
              </a:ext>
            </a:extLst>
          </p:cNvPr>
          <p:cNvSpPr/>
          <p:nvPr/>
        </p:nvSpPr>
        <p:spPr>
          <a:xfrm>
            <a:off x="2567929" y="2684390"/>
            <a:ext cx="1141656" cy="1301613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68AA7C0-5C46-52E1-E1EF-20A2F87F574C}"/>
              </a:ext>
            </a:extLst>
          </p:cNvPr>
          <p:cNvSpPr txBox="1"/>
          <p:nvPr/>
        </p:nvSpPr>
        <p:spPr>
          <a:xfrm>
            <a:off x="2644410" y="272191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EBDD49D-0934-74BB-16B0-228A50548801}"/>
              </a:ext>
            </a:extLst>
          </p:cNvPr>
          <p:cNvSpPr txBox="1"/>
          <p:nvPr/>
        </p:nvSpPr>
        <p:spPr>
          <a:xfrm>
            <a:off x="2644410" y="301283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14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3FE567C-6E90-CAE3-64E0-817E7A7D1097}"/>
              </a:ext>
            </a:extLst>
          </p:cNvPr>
          <p:cNvSpPr/>
          <p:nvPr/>
        </p:nvSpPr>
        <p:spPr>
          <a:xfrm>
            <a:off x="2567929" y="3338200"/>
            <a:ext cx="114165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3FF51E1-924B-1BC9-E0EE-D1EB7DDD4216}"/>
              </a:ext>
            </a:extLst>
          </p:cNvPr>
          <p:cNvSpPr txBox="1"/>
          <p:nvPr/>
        </p:nvSpPr>
        <p:spPr>
          <a:xfrm>
            <a:off x="2644410" y="3303759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24099B8-1578-511D-2830-294FC902EEBA}"/>
              </a:ext>
            </a:extLst>
          </p:cNvPr>
          <p:cNvSpPr txBox="1"/>
          <p:nvPr/>
        </p:nvSpPr>
        <p:spPr>
          <a:xfrm>
            <a:off x="2644410" y="3594680"/>
            <a:ext cx="5000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24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254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2" grpId="0" animBg="1"/>
      <p:bldP spid="22" grpId="0"/>
      <p:bldP spid="38" grpId="0" animBg="1"/>
      <p:bldP spid="39" grpId="0"/>
      <p:bldP spid="40" grpId="0"/>
      <p:bldP spid="43" grpId="0" animBg="1"/>
      <p:bldP spid="41" grpId="0"/>
      <p:bldP spid="42" grpId="0"/>
      <p:bldP spid="44" grpId="0" animBg="1"/>
      <p:bldP spid="45" grpId="0"/>
      <p:bldP spid="48" grpId="0" animBg="1"/>
      <p:bldP spid="53" grpId="0"/>
      <p:bldP spid="54" grpId="0"/>
      <p:bldP spid="56" grpId="0" animBg="1"/>
      <p:bldP spid="57" grpId="0"/>
      <p:bldP spid="5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39255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36875"/>
            <a:ext cx="3534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*dd = lv_dropdown_create(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84127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：创建下拉列表部件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61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15173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：设置选项内容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3292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517457"/>
            <a:ext cx="74964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lv_dropdown_set_options( dd, "a\nb\nc\nd");	  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设置选项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lv_dropdown_set_options_static( dd, "a\nb\nc\nd ");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设置选项 （静态）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lv_dropdown_add_option( dd, "e", 4);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添加选项，索引从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59834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：设置当前所选项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7758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3964067"/>
            <a:ext cx="6721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lv_dropdown_set_selected( dd, 1);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48044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38112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下拉列表部件（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lv_dropdown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36875"/>
            <a:ext cx="6118470" cy="112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lv_dropdown_get_selected( dd);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char buf[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lv_dropdown_get_selected_str( dd, buf, sizeof(buf));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获取选项文本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84127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：获取选项内容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61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45880" y="319829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：设置方向和图标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75479" y="33758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45880" y="3564017"/>
            <a:ext cx="64994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lv_dropdown_set_dir(dd, LV_DIR_RIGHT);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设置列表展开方向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lv_dropdown_set_symbol(dd, LV_SYMBOL_RIGHT);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308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8" grpId="0"/>
      <p:bldP spid="10" grpId="0" animBg="1"/>
      <p:bldP spid="1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1" y="2512078"/>
            <a:ext cx="14097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(lv_roller)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7151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55468" y="2147212"/>
            <a:ext cx="2373482" cy="17199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7698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144788"/>
            <a:ext cx="61075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滚轮部件常用于多选一的场景，它以滚轮的形式来展现多个选项。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020010" y="2859919"/>
            <a:ext cx="210758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4849609" y="303746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019609" y="218096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滚轮部件组成部分：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019609" y="3273155"/>
            <a:ext cx="27039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选项框（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LV_PART_SELECTED)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4849210" y="345705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C68A4C0-678C-B9BA-3F5F-45A3C9EA9150}"/>
              </a:ext>
            </a:extLst>
          </p:cNvPr>
          <p:cNvSpPr/>
          <p:nvPr/>
        </p:nvSpPr>
        <p:spPr>
          <a:xfrm>
            <a:off x="921422" y="2709737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61243B1-BB7B-BDFC-AFB0-640176A82E6C}"/>
              </a:ext>
            </a:extLst>
          </p:cNvPr>
          <p:cNvSpPr txBox="1"/>
          <p:nvPr/>
        </p:nvSpPr>
        <p:spPr>
          <a:xfrm>
            <a:off x="1118553" y="269610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4878897-A858-1599-842E-D7252A837AA4}"/>
              </a:ext>
            </a:extLst>
          </p:cNvPr>
          <p:cNvSpPr/>
          <p:nvPr/>
        </p:nvSpPr>
        <p:spPr>
          <a:xfrm>
            <a:off x="921422" y="3021468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B9649AF-3BFC-BC88-430D-EF2660DFAFD2}"/>
              </a:ext>
            </a:extLst>
          </p:cNvPr>
          <p:cNvSpPr txBox="1"/>
          <p:nvPr/>
        </p:nvSpPr>
        <p:spPr>
          <a:xfrm>
            <a:off x="1118553" y="298702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979FEE-0176-AE40-8FC6-DBD5E176C631}"/>
              </a:ext>
            </a:extLst>
          </p:cNvPr>
          <p:cNvSpPr txBox="1"/>
          <p:nvPr/>
        </p:nvSpPr>
        <p:spPr>
          <a:xfrm>
            <a:off x="1118553" y="3277948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A891852-E29E-547C-CDAC-41754BD6176E}"/>
              </a:ext>
            </a:extLst>
          </p:cNvPr>
          <p:cNvSpPr/>
          <p:nvPr/>
        </p:nvSpPr>
        <p:spPr>
          <a:xfrm>
            <a:off x="1986234" y="2712740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EBDD49D-0934-74BB-16B0-228A50548801}"/>
              </a:ext>
            </a:extLst>
          </p:cNvPr>
          <p:cNvSpPr txBox="1"/>
          <p:nvPr/>
        </p:nvSpPr>
        <p:spPr>
          <a:xfrm>
            <a:off x="2183365" y="269911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3FE567C-6E90-CAE3-64E0-817E7A7D1097}"/>
              </a:ext>
            </a:extLst>
          </p:cNvPr>
          <p:cNvSpPr/>
          <p:nvPr/>
        </p:nvSpPr>
        <p:spPr>
          <a:xfrm>
            <a:off x="1986234" y="3024471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3FF51E1-924B-1BC9-E0EE-D1EB7DDD4216}"/>
              </a:ext>
            </a:extLst>
          </p:cNvPr>
          <p:cNvSpPr txBox="1"/>
          <p:nvPr/>
        </p:nvSpPr>
        <p:spPr>
          <a:xfrm>
            <a:off x="2183365" y="299003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26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24099B8-1578-511D-2830-294FC902EEBA}"/>
              </a:ext>
            </a:extLst>
          </p:cNvPr>
          <p:cNvSpPr txBox="1"/>
          <p:nvPr/>
        </p:nvSpPr>
        <p:spPr>
          <a:xfrm>
            <a:off x="2183365" y="3280951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27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8B8380-BA8C-15EC-B557-1EBF75C26982}"/>
              </a:ext>
            </a:extLst>
          </p:cNvPr>
          <p:cNvSpPr txBox="1"/>
          <p:nvPr/>
        </p:nvSpPr>
        <p:spPr>
          <a:xfrm>
            <a:off x="1017972" y="2280888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9445B6-68EA-2D4A-9455-C9FAB1FD4FEE}"/>
              </a:ext>
            </a:extLst>
          </p:cNvPr>
          <p:cNvSpPr txBox="1"/>
          <p:nvPr/>
        </p:nvSpPr>
        <p:spPr>
          <a:xfrm>
            <a:off x="2074261" y="2280888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温度℃</a:t>
            </a:r>
          </a:p>
        </p:txBody>
      </p:sp>
    </p:spTree>
    <p:extLst>
      <p:ext uri="{BB962C8B-B14F-4D97-AF65-F5344CB8AC3E}">
        <p14:creationId xmlns:p14="http://schemas.microsoft.com/office/powerpoint/2010/main" val="25547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38" grpId="0" animBg="1"/>
      <p:bldP spid="40" grpId="0"/>
      <p:bldP spid="43" grpId="0" animBg="1"/>
      <p:bldP spid="41" grpId="0"/>
      <p:bldP spid="42" grpId="0"/>
      <p:bldP spid="48" grpId="0" animBg="1"/>
      <p:bldP spid="54" grpId="0"/>
      <p:bldP spid="56" grpId="0" animBg="1"/>
      <p:bldP spid="57" grpId="0"/>
      <p:bldP spid="58" grpId="0"/>
      <p:bldP spid="2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57525"/>
            <a:ext cx="3324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*roller= lv_roller_create(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4047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：创建滚轮部件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82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393034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：设置选项间隔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5705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758757"/>
            <a:ext cx="4854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lv_obj_set_style_text_line_space(roller, 30, LV_STATE_DEFAULT);	  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426894"/>
            <a:ext cx="30958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：设置选项内容、滚动模式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6044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3792617"/>
            <a:ext cx="72106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lv_roller_set_options(roller, “a\nb\nc\nd”, LV_ROLLER_MODE_NORMAL);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正常模式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295541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滚轮部件（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lv_roller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1204394"/>
            <a:ext cx="236181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：设置当前所选项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13819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1570117"/>
            <a:ext cx="3578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lv_roller_set_selected(roller, 3, LV_ANIM_ON);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2328AF-3A59-94C0-B634-97F100B53F6E}"/>
              </a:ext>
            </a:extLst>
          </p:cNvPr>
          <p:cNvSpPr txBox="1"/>
          <p:nvPr/>
        </p:nvSpPr>
        <p:spPr>
          <a:xfrm>
            <a:off x="758580" y="2102873"/>
            <a:ext cx="2130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：设置可见行数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D5DF37-C2EF-22DD-A658-DF94DD682FEA}"/>
              </a:ext>
            </a:extLst>
          </p:cNvPr>
          <p:cNvSpPr/>
          <p:nvPr/>
        </p:nvSpPr>
        <p:spPr>
          <a:xfrm>
            <a:off x="588179" y="228042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CA283C-98EF-B6F7-369D-3871BD3C8EFD}"/>
              </a:ext>
            </a:extLst>
          </p:cNvPr>
          <p:cNvSpPr txBox="1"/>
          <p:nvPr/>
        </p:nvSpPr>
        <p:spPr>
          <a:xfrm>
            <a:off x="758580" y="2468596"/>
            <a:ext cx="3578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lv_roller_set_visible_row_count(roller, 2);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774B67-A3C0-B204-0CA3-B3027C5DE93B}"/>
              </a:ext>
            </a:extLst>
          </p:cNvPr>
          <p:cNvSpPr txBox="1"/>
          <p:nvPr/>
        </p:nvSpPr>
        <p:spPr>
          <a:xfrm>
            <a:off x="758580" y="3392587"/>
            <a:ext cx="7172570" cy="112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lv_roller_get_selected(roller);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endParaRPr lang="en-US" altLang="zh-CN" sz="10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char buf[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lv_roller_get_selected_str(roller, buf, sizeof(buf));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获取选项文本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38DF45-D676-4602-0863-11C2A81CC406}"/>
              </a:ext>
            </a:extLst>
          </p:cNvPr>
          <p:cNvSpPr txBox="1"/>
          <p:nvPr/>
        </p:nvSpPr>
        <p:spPr>
          <a:xfrm>
            <a:off x="758580" y="3039839"/>
            <a:ext cx="2467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：获取选项内容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BD31CBD-2A73-E140-DFB5-C16F3843A4AD}"/>
              </a:ext>
            </a:extLst>
          </p:cNvPr>
          <p:cNvSpPr/>
          <p:nvPr/>
        </p:nvSpPr>
        <p:spPr>
          <a:xfrm>
            <a:off x="588179" y="32173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F71B852-38A5-D01C-0A81-FD018AB8A715}"/>
              </a:ext>
            </a:extLst>
          </p:cNvPr>
          <p:cNvSpPr/>
          <p:nvPr/>
        </p:nvSpPr>
        <p:spPr>
          <a:xfrm>
            <a:off x="5753809" y="1379001"/>
            <a:ext cx="2373482" cy="1719938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8A572CA-F8C5-92EB-0862-A370906C892E}"/>
              </a:ext>
            </a:extLst>
          </p:cNvPr>
          <p:cNvSpPr/>
          <p:nvPr/>
        </p:nvSpPr>
        <p:spPr>
          <a:xfrm>
            <a:off x="6019763" y="1941526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740086-7D1B-02C9-F856-89F953061F74}"/>
              </a:ext>
            </a:extLst>
          </p:cNvPr>
          <p:cNvSpPr txBox="1"/>
          <p:nvPr/>
        </p:nvSpPr>
        <p:spPr>
          <a:xfrm>
            <a:off x="6216894" y="1927896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F537C1C-B9BF-03A6-6366-21753008503D}"/>
              </a:ext>
            </a:extLst>
          </p:cNvPr>
          <p:cNvSpPr/>
          <p:nvPr/>
        </p:nvSpPr>
        <p:spPr>
          <a:xfrm>
            <a:off x="6019763" y="2253257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957610-25C2-62E0-D460-0A51AE76B73F}"/>
              </a:ext>
            </a:extLst>
          </p:cNvPr>
          <p:cNvSpPr txBox="1"/>
          <p:nvPr/>
        </p:nvSpPr>
        <p:spPr>
          <a:xfrm>
            <a:off x="6216894" y="2218816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80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E059BD-C43B-7D01-5C3E-00490DCE7FA1}"/>
              </a:ext>
            </a:extLst>
          </p:cNvPr>
          <p:cNvSpPr txBox="1"/>
          <p:nvPr/>
        </p:nvSpPr>
        <p:spPr>
          <a:xfrm>
            <a:off x="6216894" y="2509737"/>
            <a:ext cx="40544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7158E2C-A48C-6A87-6699-B4C97FD39A95}"/>
              </a:ext>
            </a:extLst>
          </p:cNvPr>
          <p:cNvSpPr/>
          <p:nvPr/>
        </p:nvSpPr>
        <p:spPr>
          <a:xfrm>
            <a:off x="7084575" y="1944529"/>
            <a:ext cx="769666" cy="900627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36C09C-D7F2-4B60-8F83-7FF19FA1FF90}"/>
              </a:ext>
            </a:extLst>
          </p:cNvPr>
          <p:cNvSpPr txBox="1"/>
          <p:nvPr/>
        </p:nvSpPr>
        <p:spPr>
          <a:xfrm>
            <a:off x="7281706" y="1930899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F58BCA5-1E5D-EA3E-118F-3D1E3D267DB2}"/>
              </a:ext>
            </a:extLst>
          </p:cNvPr>
          <p:cNvSpPr/>
          <p:nvPr/>
        </p:nvSpPr>
        <p:spPr>
          <a:xfrm>
            <a:off x="7084575" y="2256260"/>
            <a:ext cx="769666" cy="289849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2AA1789-3347-1514-DD5C-4E661B82AA87}"/>
              </a:ext>
            </a:extLst>
          </p:cNvPr>
          <p:cNvSpPr txBox="1"/>
          <p:nvPr/>
        </p:nvSpPr>
        <p:spPr>
          <a:xfrm>
            <a:off x="7281706" y="2221819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26</a:t>
            </a:r>
            <a:endParaRPr lang="zh-CN" altLang="en-US" sz="1100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857A0F-4ABC-8B55-FC1C-25AF336B8876}"/>
              </a:ext>
            </a:extLst>
          </p:cNvPr>
          <p:cNvSpPr txBox="1"/>
          <p:nvPr/>
        </p:nvSpPr>
        <p:spPr>
          <a:xfrm>
            <a:off x="7281706" y="2512740"/>
            <a:ext cx="432835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27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CC88E4C-86DB-88EA-7BCF-160586B4DF01}"/>
              </a:ext>
            </a:extLst>
          </p:cNvPr>
          <p:cNvSpPr txBox="1"/>
          <p:nvPr/>
        </p:nvSpPr>
        <p:spPr>
          <a:xfrm>
            <a:off x="6116313" y="1512677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F84A44A-6CA5-FFA3-3D87-2EFC00B60237}"/>
              </a:ext>
            </a:extLst>
          </p:cNvPr>
          <p:cNvSpPr txBox="1"/>
          <p:nvPr/>
        </p:nvSpPr>
        <p:spPr>
          <a:xfrm>
            <a:off x="7172602" y="1512677"/>
            <a:ext cx="606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温度℃</a:t>
            </a:r>
          </a:p>
        </p:txBody>
      </p:sp>
    </p:spTree>
    <p:extLst>
      <p:ext uri="{BB962C8B-B14F-4D97-AF65-F5344CB8AC3E}">
        <p14:creationId xmlns:p14="http://schemas.microsoft.com/office/powerpoint/2010/main" val="283753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6" grpId="0"/>
      <p:bldP spid="2" grpId="0"/>
      <p:bldP spid="3" grpId="0" animBg="1"/>
      <p:bldP spid="7" grpId="0"/>
      <p:bldP spid="17" grpId="0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3" grpId="0"/>
      <p:bldP spid="34" grpId="0"/>
      <p:bldP spid="35" grpId="0"/>
      <p:bldP spid="3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1" y="2512078"/>
            <a:ext cx="1409700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(lv_slider)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67500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55468" y="2127250"/>
            <a:ext cx="3638924" cy="18034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7698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144788"/>
            <a:ext cx="65203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滑块部件常用于调节某个参数的值，它以直线滑动的形式来修改数值。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534360" y="2713869"/>
            <a:ext cx="210758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363959" y="28914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514909" y="203491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滑块部件组成部分：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533959" y="3127105"/>
            <a:ext cx="26511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指示器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363560" y="331100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F453DB1-78B8-8AF2-0DBD-C5A63BA1667B}"/>
              </a:ext>
            </a:extLst>
          </p:cNvPr>
          <p:cNvSpPr/>
          <p:nvPr/>
        </p:nvSpPr>
        <p:spPr>
          <a:xfrm>
            <a:off x="2167475" y="2670184"/>
            <a:ext cx="1832619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D9DAF6-58E6-B659-0082-4E7C8477C71C}"/>
              </a:ext>
            </a:extLst>
          </p:cNvPr>
          <p:cNvSpPr/>
          <p:nvPr/>
        </p:nvSpPr>
        <p:spPr>
          <a:xfrm>
            <a:off x="1306408" y="2670184"/>
            <a:ext cx="1053612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DC96380-FB07-DCE5-0C95-8146E2CBFF82}"/>
              </a:ext>
            </a:extLst>
          </p:cNvPr>
          <p:cNvSpPr/>
          <p:nvPr/>
        </p:nvSpPr>
        <p:spPr>
          <a:xfrm>
            <a:off x="2233141" y="2633959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D1F2C8-3773-4A7D-9E21-5AC27C999C8A}"/>
              </a:ext>
            </a:extLst>
          </p:cNvPr>
          <p:cNvSpPr txBox="1"/>
          <p:nvPr/>
        </p:nvSpPr>
        <p:spPr>
          <a:xfrm>
            <a:off x="2114069" y="2335702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40%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EAD2D3-778C-CD02-4C83-6E8B36989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61" y="2595407"/>
            <a:ext cx="302997" cy="259711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7B66AA7-1A87-8C13-E56C-CE557FBBE611}"/>
              </a:ext>
            </a:extLst>
          </p:cNvPr>
          <p:cNvSpPr/>
          <p:nvPr/>
        </p:nvSpPr>
        <p:spPr>
          <a:xfrm>
            <a:off x="2167475" y="3386734"/>
            <a:ext cx="1832619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CBAFD36-8E35-A75C-9188-7AE3C68B1FC8}"/>
              </a:ext>
            </a:extLst>
          </p:cNvPr>
          <p:cNvSpPr/>
          <p:nvPr/>
        </p:nvSpPr>
        <p:spPr>
          <a:xfrm>
            <a:off x="1306408" y="3386734"/>
            <a:ext cx="1296000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71DD201-6404-4CAB-3C72-C9DB7DD8FAF0}"/>
              </a:ext>
            </a:extLst>
          </p:cNvPr>
          <p:cNvSpPr/>
          <p:nvPr/>
        </p:nvSpPr>
        <p:spPr>
          <a:xfrm>
            <a:off x="2506191" y="3350509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97B40A-88AF-4BC9-461A-757B1E6C3D9B}"/>
              </a:ext>
            </a:extLst>
          </p:cNvPr>
          <p:cNvSpPr txBox="1"/>
          <p:nvPr/>
        </p:nvSpPr>
        <p:spPr>
          <a:xfrm>
            <a:off x="2393469" y="3052252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50%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96FD5E5-F0E2-69EA-CCD9-F3F910725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477" y="3291634"/>
            <a:ext cx="339294" cy="31636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1089709-6733-54E0-D4C4-1ED027A4CB81}"/>
              </a:ext>
            </a:extLst>
          </p:cNvPr>
          <p:cNvSpPr txBox="1"/>
          <p:nvPr/>
        </p:nvSpPr>
        <p:spPr>
          <a:xfrm>
            <a:off x="5533959" y="3540341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8A13B76-617B-1A69-4ECB-FF32CAB64A45}"/>
              </a:ext>
            </a:extLst>
          </p:cNvPr>
          <p:cNvSpPr/>
          <p:nvPr/>
        </p:nvSpPr>
        <p:spPr>
          <a:xfrm>
            <a:off x="5363560" y="372424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8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3" grpId="0" animBg="1"/>
      <p:bldP spid="7" grpId="0" animBg="1"/>
      <p:bldP spid="10" grpId="0" animBg="1"/>
      <p:bldP spid="12" grpId="0"/>
      <p:bldP spid="17" grpId="0" animBg="1"/>
      <p:bldP spid="18" grpId="0" animBg="1"/>
      <p:bldP spid="19" grpId="0" animBg="1"/>
      <p:bldP spid="21" grpId="0"/>
      <p:bldP spid="25" grpId="0"/>
      <p:bldP spid="2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87675"/>
            <a:ext cx="33625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*slider = lv_slider_create(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3492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：创建滑块部件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12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208884"/>
            <a:ext cx="3248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：设置大小、当前值、范围值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386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574607"/>
            <a:ext cx="6953084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lv_obj_set_size(slider, 20, 200);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&gt;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宽度时，滑块为纵向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lv_slider_set_value(slider, 50, LV_ANIM_OFF);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lv_slider_set_range(slider, -100, 100);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630094"/>
            <a:ext cx="2010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8076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3995817"/>
            <a:ext cx="2137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lv_slider_get_value(</a:t>
            </a: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slider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31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96C43F3-3EFA-48D1-04BD-D2A1B583EAA9}"/>
              </a:ext>
            </a:extLst>
          </p:cNvPr>
          <p:cNvSpPr/>
          <p:nvPr/>
        </p:nvSpPr>
        <p:spPr>
          <a:xfrm>
            <a:off x="4527550" y="1105683"/>
            <a:ext cx="4114800" cy="2103423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7000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滑块部件（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lv_slider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897225"/>
            <a:ext cx="3705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lv_slider_set_mode(slider, LV_SLIDER_MODE_...);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544477"/>
            <a:ext cx="1768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：模式设置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7220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255444"/>
            <a:ext cx="2340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：设置、获取左值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4329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79" y="3621167"/>
            <a:ext cx="6753471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lv_slider_set_left_value(slider, 20, LV_ANIM_OFF);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设置左值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lv_slider_get_left_value(slider);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获取左值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72FC49E-34F4-0DE5-D107-95B90BF0F4C5}"/>
              </a:ext>
            </a:extLst>
          </p:cNvPr>
          <p:cNvSpPr/>
          <p:nvPr/>
        </p:nvSpPr>
        <p:spPr>
          <a:xfrm>
            <a:off x="6900864" y="1400332"/>
            <a:ext cx="1423936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AA38F89-5E16-628A-2163-489338F28C70}"/>
              </a:ext>
            </a:extLst>
          </p:cNvPr>
          <p:cNvSpPr/>
          <p:nvPr/>
        </p:nvSpPr>
        <p:spPr>
          <a:xfrm>
            <a:off x="6128238" y="1400332"/>
            <a:ext cx="887718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C7F1CF7-6C04-BACE-EE95-7A1C72E9D7F3}"/>
              </a:ext>
            </a:extLst>
          </p:cNvPr>
          <p:cNvSpPr/>
          <p:nvPr/>
        </p:nvSpPr>
        <p:spPr>
          <a:xfrm>
            <a:off x="6809703" y="1364107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391844-13EC-F317-646C-466B24233EAE}"/>
              </a:ext>
            </a:extLst>
          </p:cNvPr>
          <p:cNvSpPr txBox="1"/>
          <p:nvPr/>
        </p:nvSpPr>
        <p:spPr>
          <a:xfrm>
            <a:off x="4759080" y="1275548"/>
            <a:ext cx="1000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4E53B0E-0CB5-D0D3-0406-75A0A5F1CF32}"/>
              </a:ext>
            </a:extLst>
          </p:cNvPr>
          <p:cNvSpPr/>
          <p:nvPr/>
        </p:nvSpPr>
        <p:spPr>
          <a:xfrm>
            <a:off x="6128239" y="2012177"/>
            <a:ext cx="219656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37180B-4E7D-5599-912B-8308353404F8}"/>
              </a:ext>
            </a:extLst>
          </p:cNvPr>
          <p:cNvSpPr/>
          <p:nvPr/>
        </p:nvSpPr>
        <p:spPr>
          <a:xfrm>
            <a:off x="6433818" y="2012177"/>
            <a:ext cx="837153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BB57640-AAB6-3841-D19C-80B3977AC07E}"/>
              </a:ext>
            </a:extLst>
          </p:cNvPr>
          <p:cNvSpPr/>
          <p:nvPr/>
        </p:nvSpPr>
        <p:spPr>
          <a:xfrm>
            <a:off x="6397738" y="1975952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051D6D-C1B5-CE71-5851-87A507A0E860}"/>
              </a:ext>
            </a:extLst>
          </p:cNvPr>
          <p:cNvSpPr txBox="1"/>
          <p:nvPr/>
        </p:nvSpPr>
        <p:spPr>
          <a:xfrm>
            <a:off x="4759080" y="1900093"/>
            <a:ext cx="1343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SYMMETRICAL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A246E1-8A59-785B-88F6-D245FB59A3E7}"/>
              </a:ext>
            </a:extLst>
          </p:cNvPr>
          <p:cNvSpPr txBox="1"/>
          <p:nvPr/>
        </p:nvSpPr>
        <p:spPr>
          <a:xfrm>
            <a:off x="6689343" y="1491086"/>
            <a:ext cx="45462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9A223-5182-9576-65C6-F7E41152E39D}"/>
              </a:ext>
            </a:extLst>
          </p:cNvPr>
          <p:cNvSpPr txBox="1"/>
          <p:nvPr/>
        </p:nvSpPr>
        <p:spPr>
          <a:xfrm>
            <a:off x="6262565" y="2098685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6CA281-05B3-8E8E-981A-6195C5046DC7}"/>
              </a:ext>
            </a:extLst>
          </p:cNvPr>
          <p:cNvSpPr txBox="1"/>
          <p:nvPr/>
        </p:nvSpPr>
        <p:spPr>
          <a:xfrm>
            <a:off x="7096920" y="2098685"/>
            <a:ext cx="3055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439B59C-D8EC-9397-2B98-F5398CDD64C4}"/>
              </a:ext>
            </a:extLst>
          </p:cNvPr>
          <p:cNvSpPr/>
          <p:nvPr/>
        </p:nvSpPr>
        <p:spPr>
          <a:xfrm>
            <a:off x="6128238" y="2639730"/>
            <a:ext cx="2196561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CF26D96-04DE-2714-A46A-4037527C4DAE}"/>
              </a:ext>
            </a:extLst>
          </p:cNvPr>
          <p:cNvSpPr/>
          <p:nvPr/>
        </p:nvSpPr>
        <p:spPr>
          <a:xfrm>
            <a:off x="6433817" y="2639730"/>
            <a:ext cx="1556876" cy="1440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473ADEE-D131-C505-AD55-7D42C3538E7A}"/>
              </a:ext>
            </a:extLst>
          </p:cNvPr>
          <p:cNvSpPr/>
          <p:nvPr/>
        </p:nvSpPr>
        <p:spPr>
          <a:xfrm>
            <a:off x="6397737" y="2603505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5889BD-0347-3A40-D5E7-FA7F40399636}"/>
              </a:ext>
            </a:extLst>
          </p:cNvPr>
          <p:cNvSpPr txBox="1"/>
          <p:nvPr/>
        </p:nvSpPr>
        <p:spPr>
          <a:xfrm>
            <a:off x="4759079" y="2527646"/>
            <a:ext cx="847971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RANGE</a:t>
            </a:r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2728E30-7DF4-5821-E736-0D19F1F72B7C}"/>
              </a:ext>
            </a:extLst>
          </p:cNvPr>
          <p:cNvSpPr txBox="1"/>
          <p:nvPr/>
        </p:nvSpPr>
        <p:spPr>
          <a:xfrm>
            <a:off x="6262564" y="2726580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5DCDACF-541A-28F0-7F5B-40517BBD93DC}"/>
              </a:ext>
            </a:extLst>
          </p:cNvPr>
          <p:cNvSpPr txBox="1"/>
          <p:nvPr/>
        </p:nvSpPr>
        <p:spPr>
          <a:xfrm>
            <a:off x="7094536" y="2726580"/>
            <a:ext cx="3055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B3A8986-7161-5F86-72B9-75958876B153}"/>
              </a:ext>
            </a:extLst>
          </p:cNvPr>
          <p:cNvSpPr/>
          <p:nvPr/>
        </p:nvSpPr>
        <p:spPr>
          <a:xfrm>
            <a:off x="7815209" y="2603505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8B48CD-EBB5-42DF-F690-83BB8F961962}"/>
              </a:ext>
            </a:extLst>
          </p:cNvPr>
          <p:cNvSpPr txBox="1"/>
          <p:nvPr/>
        </p:nvSpPr>
        <p:spPr>
          <a:xfrm>
            <a:off x="7709887" y="2726580"/>
            <a:ext cx="507607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40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717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2" grpId="0"/>
      <p:bldP spid="12" grpId="0"/>
      <p:bldP spid="14" grpId="0" animBg="1"/>
      <p:bldP spid="8" grpId="0"/>
      <p:bldP spid="10" grpId="0" animBg="1"/>
      <p:bldP spid="16" grpId="0"/>
      <p:bldP spid="2" grpId="0" animBg="1"/>
      <p:bldP spid="3" grpId="0" animBg="1"/>
      <p:bldP spid="7" grpId="0" animBg="1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animBg="1"/>
      <p:bldP spid="31" grpId="0" animBg="1"/>
      <p:bldP spid="33" grpId="0" animBg="1"/>
      <p:bldP spid="34" grpId="0"/>
      <p:bldP spid="35" grpId="0"/>
      <p:bldP spid="36" grpId="0"/>
      <p:bldP spid="37" grpId="0" animBg="1"/>
      <p:bldP spid="3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36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(lv_arc)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59188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9A089B-1256-63DD-BDB3-63D6496887D0}"/>
              </a:ext>
            </a:extLst>
          </p:cNvPr>
          <p:cNvSpPr/>
          <p:nvPr/>
        </p:nvSpPr>
        <p:spPr>
          <a:xfrm>
            <a:off x="649118" y="1860550"/>
            <a:ext cx="4094332" cy="25273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144788"/>
            <a:ext cx="525975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圆弧部件以弧形滑动的形式来调节、显示某个参数的值。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794309" y="2764669"/>
            <a:ext cx="217675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背景弧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624309" y="29422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775259" y="2085719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圆弧部件组成部分：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C79468-C577-EFFC-A5EE-2EB290516C3D}"/>
              </a:ext>
            </a:extLst>
          </p:cNvPr>
          <p:cNvSpPr txBox="1"/>
          <p:nvPr/>
        </p:nvSpPr>
        <p:spPr>
          <a:xfrm>
            <a:off x="5794309" y="3177905"/>
            <a:ext cx="270057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前景弧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(LV_PART_INDICATOR)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C84888E-C00F-4504-2BED-DACD7D3CD685}"/>
              </a:ext>
            </a:extLst>
          </p:cNvPr>
          <p:cNvSpPr/>
          <p:nvPr/>
        </p:nvSpPr>
        <p:spPr>
          <a:xfrm>
            <a:off x="5623910" y="336180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97B40A-88AF-4BC9-461A-757B1E6C3D9B}"/>
              </a:ext>
            </a:extLst>
          </p:cNvPr>
          <p:cNvSpPr txBox="1"/>
          <p:nvPr/>
        </p:nvSpPr>
        <p:spPr>
          <a:xfrm>
            <a:off x="1434096" y="3079054"/>
            <a:ext cx="63384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29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089709-6733-54E0-D4C4-1ED027A4CB81}"/>
              </a:ext>
            </a:extLst>
          </p:cNvPr>
          <p:cNvSpPr txBox="1"/>
          <p:nvPr/>
        </p:nvSpPr>
        <p:spPr>
          <a:xfrm>
            <a:off x="5794309" y="3591141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8A13B76-617B-1A69-4ECB-FF32CAB64A45}"/>
              </a:ext>
            </a:extLst>
          </p:cNvPr>
          <p:cNvSpPr/>
          <p:nvPr/>
        </p:nvSpPr>
        <p:spPr>
          <a:xfrm>
            <a:off x="5623910" y="377504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空心弧 1">
            <a:extLst>
              <a:ext uri="{FF2B5EF4-FFF2-40B4-BE49-F238E27FC236}">
                <a16:creationId xmlns:a16="http://schemas.microsoft.com/office/drawing/2014/main" id="{10A849AF-1007-C3AA-D53F-8687A4AB9193}"/>
              </a:ext>
            </a:extLst>
          </p:cNvPr>
          <p:cNvSpPr/>
          <p:nvPr/>
        </p:nvSpPr>
        <p:spPr>
          <a:xfrm>
            <a:off x="1172532" y="2764993"/>
            <a:ext cx="1080000" cy="1080000"/>
          </a:xfrm>
          <a:prstGeom prst="blockArc">
            <a:avLst>
              <a:gd name="adj1" fmla="val 7933387"/>
              <a:gd name="adj2" fmla="val 19942869"/>
              <a:gd name="adj3" fmla="val 12744"/>
            </a:avLst>
          </a:prstGeom>
          <a:solidFill>
            <a:srgbClr val="00B0F0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空心弧 21">
            <a:extLst>
              <a:ext uri="{FF2B5EF4-FFF2-40B4-BE49-F238E27FC236}">
                <a16:creationId xmlns:a16="http://schemas.microsoft.com/office/drawing/2014/main" id="{6681C76A-AF26-5403-D8F7-046FF03534BA}"/>
              </a:ext>
            </a:extLst>
          </p:cNvPr>
          <p:cNvSpPr/>
          <p:nvPr/>
        </p:nvSpPr>
        <p:spPr>
          <a:xfrm>
            <a:off x="1172532" y="2765377"/>
            <a:ext cx="1080000" cy="1080000"/>
          </a:xfrm>
          <a:prstGeom prst="blockArc">
            <a:avLst>
              <a:gd name="adj1" fmla="val 19892368"/>
              <a:gd name="adj2" fmla="val 2983452"/>
              <a:gd name="adj3" fmla="val 12238"/>
            </a:avLst>
          </a:prstGeom>
          <a:solidFill>
            <a:schemeClr val="bg1">
              <a:lumMod val="85000"/>
            </a:schemeClr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FFFFA41-1D36-A5BC-833A-877588915720}"/>
              </a:ext>
            </a:extLst>
          </p:cNvPr>
          <p:cNvSpPr/>
          <p:nvPr/>
        </p:nvSpPr>
        <p:spPr>
          <a:xfrm>
            <a:off x="2017490" y="2996456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E874AA8-C71C-2D7C-0242-BFEE72C53299}"/>
              </a:ext>
            </a:extLst>
          </p:cNvPr>
          <p:cNvSpPr/>
          <p:nvPr/>
        </p:nvSpPr>
        <p:spPr>
          <a:xfrm>
            <a:off x="1330438" y="3588798"/>
            <a:ext cx="136800" cy="1368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2E5DA61-4C4E-54D3-FC33-5BF1F5080F37}"/>
              </a:ext>
            </a:extLst>
          </p:cNvPr>
          <p:cNvSpPr/>
          <p:nvPr/>
        </p:nvSpPr>
        <p:spPr>
          <a:xfrm>
            <a:off x="1958614" y="3590557"/>
            <a:ext cx="136800" cy="136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2F66D3-D9C2-E98C-50AB-B3FD747E2BD1}"/>
              </a:ext>
            </a:extLst>
          </p:cNvPr>
          <p:cNvSpPr txBox="1"/>
          <p:nvPr/>
        </p:nvSpPr>
        <p:spPr>
          <a:xfrm>
            <a:off x="982143" y="3621951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077D12F-0788-7609-5AC5-EB0595AE494D}"/>
              </a:ext>
            </a:extLst>
          </p:cNvPr>
          <p:cNvSpPr/>
          <p:nvPr/>
        </p:nvSpPr>
        <p:spPr>
          <a:xfrm>
            <a:off x="1267879" y="371493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2A7809F1-3889-D186-41E2-D6ADD8DB893C}"/>
              </a:ext>
            </a:extLst>
          </p:cNvPr>
          <p:cNvSpPr/>
          <p:nvPr/>
        </p:nvSpPr>
        <p:spPr>
          <a:xfrm>
            <a:off x="1111021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AFB8139-3A76-5732-7AC4-B57B45C306D2}"/>
              </a:ext>
            </a:extLst>
          </p:cNvPr>
          <p:cNvSpPr/>
          <p:nvPr/>
        </p:nvSpPr>
        <p:spPr>
          <a:xfrm>
            <a:off x="1688878" y="269668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B9B4B45C-9DC5-6C20-DF82-55134F846F08}"/>
              </a:ext>
            </a:extLst>
          </p:cNvPr>
          <p:cNvSpPr/>
          <p:nvPr/>
        </p:nvSpPr>
        <p:spPr>
          <a:xfrm>
            <a:off x="2134035" y="3719022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12D68F-6B38-A1C1-45A4-4868E4FB4CE5}"/>
              </a:ext>
            </a:extLst>
          </p:cNvPr>
          <p:cNvSpPr txBox="1"/>
          <p:nvPr/>
        </p:nvSpPr>
        <p:spPr>
          <a:xfrm>
            <a:off x="2113517" y="3619434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41EB05B-464F-CAC0-C765-641474289ECB}"/>
              </a:ext>
            </a:extLst>
          </p:cNvPr>
          <p:cNvSpPr/>
          <p:nvPr/>
        </p:nvSpPr>
        <p:spPr>
          <a:xfrm>
            <a:off x="2278043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6A1086-4878-C3B5-9CA1-860F3A2C7046}"/>
              </a:ext>
            </a:extLst>
          </p:cNvPr>
          <p:cNvSpPr txBox="1"/>
          <p:nvPr/>
        </p:nvSpPr>
        <p:spPr>
          <a:xfrm>
            <a:off x="2056377" y="1987867"/>
            <a:ext cx="122715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Control  Center</a:t>
            </a:r>
            <a:endParaRPr lang="zh-CN" altLang="en-US" sz="110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B84637A-0D8D-2DBD-DDD0-1230063C08F4}"/>
              </a:ext>
            </a:extLst>
          </p:cNvPr>
          <p:cNvCxnSpPr>
            <a:cxnSpLocks/>
          </p:cNvCxnSpPr>
          <p:nvPr/>
        </p:nvCxnSpPr>
        <p:spPr>
          <a:xfrm flipV="1">
            <a:off x="1556591" y="2367742"/>
            <a:ext cx="2160000" cy="635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5A798A4-F0B8-A8CD-B6CB-0F61BF0FE29C}"/>
              </a:ext>
            </a:extLst>
          </p:cNvPr>
          <p:cNvSpPr txBox="1"/>
          <p:nvPr/>
        </p:nvSpPr>
        <p:spPr>
          <a:xfrm>
            <a:off x="3336743" y="3079054"/>
            <a:ext cx="58339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72%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空心弧 42">
            <a:extLst>
              <a:ext uri="{FF2B5EF4-FFF2-40B4-BE49-F238E27FC236}">
                <a16:creationId xmlns:a16="http://schemas.microsoft.com/office/drawing/2014/main" id="{4CABFFE8-4728-0541-5976-55DDD2BD2B8B}"/>
              </a:ext>
            </a:extLst>
          </p:cNvPr>
          <p:cNvSpPr/>
          <p:nvPr/>
        </p:nvSpPr>
        <p:spPr>
          <a:xfrm>
            <a:off x="3056129" y="2764993"/>
            <a:ext cx="1080000" cy="1080000"/>
          </a:xfrm>
          <a:prstGeom prst="blockArc">
            <a:avLst>
              <a:gd name="adj1" fmla="val 7933387"/>
              <a:gd name="adj2" fmla="val 19942869"/>
              <a:gd name="adj3" fmla="val 12744"/>
            </a:avLst>
          </a:prstGeom>
          <a:solidFill>
            <a:srgbClr val="00B0F0"/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空心弧 43">
            <a:extLst>
              <a:ext uri="{FF2B5EF4-FFF2-40B4-BE49-F238E27FC236}">
                <a16:creationId xmlns:a16="http://schemas.microsoft.com/office/drawing/2014/main" id="{CDF0CAFF-DF1D-5448-0423-F41384E1A172}"/>
              </a:ext>
            </a:extLst>
          </p:cNvPr>
          <p:cNvSpPr/>
          <p:nvPr/>
        </p:nvSpPr>
        <p:spPr>
          <a:xfrm>
            <a:off x="3056129" y="2765377"/>
            <a:ext cx="1080000" cy="1080000"/>
          </a:xfrm>
          <a:prstGeom prst="blockArc">
            <a:avLst>
              <a:gd name="adj1" fmla="val 19892368"/>
              <a:gd name="adj2" fmla="val 2983452"/>
              <a:gd name="adj3" fmla="val 12238"/>
            </a:avLst>
          </a:prstGeom>
          <a:solidFill>
            <a:schemeClr val="bg1">
              <a:lumMod val="85000"/>
            </a:schemeClr>
          </a:solidFill>
          <a:ln w="1270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CCAC9D88-7795-6A2B-F06A-98B589F107DC}"/>
              </a:ext>
            </a:extLst>
          </p:cNvPr>
          <p:cNvSpPr/>
          <p:nvPr/>
        </p:nvSpPr>
        <p:spPr>
          <a:xfrm>
            <a:off x="3901087" y="2996456"/>
            <a:ext cx="2160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CA04A9C-C9CA-32A5-FF44-8B707FD7641D}"/>
              </a:ext>
            </a:extLst>
          </p:cNvPr>
          <p:cNvSpPr/>
          <p:nvPr/>
        </p:nvSpPr>
        <p:spPr>
          <a:xfrm>
            <a:off x="3214035" y="3588798"/>
            <a:ext cx="136800" cy="1368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D0BA0172-3678-02BA-14BA-1A5B182C29BF}"/>
              </a:ext>
            </a:extLst>
          </p:cNvPr>
          <p:cNvSpPr/>
          <p:nvPr/>
        </p:nvSpPr>
        <p:spPr>
          <a:xfrm>
            <a:off x="3842211" y="3590557"/>
            <a:ext cx="136800" cy="136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CD36C0D-A7D3-3584-6050-72FFCE3E4AF6}"/>
              </a:ext>
            </a:extLst>
          </p:cNvPr>
          <p:cNvSpPr txBox="1"/>
          <p:nvPr/>
        </p:nvSpPr>
        <p:spPr>
          <a:xfrm>
            <a:off x="2948290" y="3621951"/>
            <a:ext cx="3671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006B9B15-F326-D209-48A3-4B9A3A0F0CF9}"/>
              </a:ext>
            </a:extLst>
          </p:cNvPr>
          <p:cNvSpPr/>
          <p:nvPr/>
        </p:nvSpPr>
        <p:spPr>
          <a:xfrm>
            <a:off x="3151476" y="371493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8813B3B-70CA-2908-400A-B696C1DA0341}"/>
              </a:ext>
            </a:extLst>
          </p:cNvPr>
          <p:cNvSpPr/>
          <p:nvPr/>
        </p:nvSpPr>
        <p:spPr>
          <a:xfrm>
            <a:off x="2994618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0F0F13DF-A9EE-7882-78F8-D634480CB2DC}"/>
              </a:ext>
            </a:extLst>
          </p:cNvPr>
          <p:cNvSpPr/>
          <p:nvPr/>
        </p:nvSpPr>
        <p:spPr>
          <a:xfrm>
            <a:off x="3572475" y="2696684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6A6D41EA-A392-A43A-539C-C71CDC2C7585}"/>
              </a:ext>
            </a:extLst>
          </p:cNvPr>
          <p:cNvSpPr/>
          <p:nvPr/>
        </p:nvSpPr>
        <p:spPr>
          <a:xfrm>
            <a:off x="4017632" y="3719022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51C92B7-007F-A84B-607E-6D73875C4DC8}"/>
              </a:ext>
            </a:extLst>
          </p:cNvPr>
          <p:cNvSpPr txBox="1"/>
          <p:nvPr/>
        </p:nvSpPr>
        <p:spPr>
          <a:xfrm>
            <a:off x="3997113" y="3619434"/>
            <a:ext cx="47534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E1B90C7B-794F-55C2-C728-B16AA4B9ECA2}"/>
              </a:ext>
            </a:extLst>
          </p:cNvPr>
          <p:cNvSpPr/>
          <p:nvPr/>
        </p:nvSpPr>
        <p:spPr>
          <a:xfrm>
            <a:off x="4161640" y="3112226"/>
            <a:ext cx="36000" cy="36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CD2C54A-00E5-368F-9DEF-D674A5D7F985}"/>
              </a:ext>
            </a:extLst>
          </p:cNvPr>
          <p:cNvSpPr txBox="1"/>
          <p:nvPr/>
        </p:nvSpPr>
        <p:spPr>
          <a:xfrm>
            <a:off x="1473588" y="3848947"/>
            <a:ext cx="4627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温度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525C5D9-B120-762B-2032-86B429A0A1BF}"/>
              </a:ext>
            </a:extLst>
          </p:cNvPr>
          <p:cNvSpPr txBox="1"/>
          <p:nvPr/>
        </p:nvSpPr>
        <p:spPr>
          <a:xfrm>
            <a:off x="3377241" y="3848947"/>
            <a:ext cx="46275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湿度</a:t>
            </a:r>
          </a:p>
        </p:txBody>
      </p:sp>
    </p:spTree>
    <p:extLst>
      <p:ext uri="{BB962C8B-B14F-4D97-AF65-F5344CB8AC3E}">
        <p14:creationId xmlns:p14="http://schemas.microsoft.com/office/powerpoint/2010/main" val="114133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9" grpId="0"/>
      <p:bldP spid="49" grpId="0"/>
      <p:bldP spid="50" grpId="0" animBg="1"/>
      <p:bldP spid="55" grpId="0"/>
      <p:bldP spid="51" grpId="0"/>
      <p:bldP spid="52" grpId="0" animBg="1"/>
      <p:bldP spid="21" grpId="0"/>
      <p:bldP spid="25" grpId="0"/>
      <p:bldP spid="26" grpId="0" animBg="1"/>
      <p:bldP spid="2" grpId="0" animBg="1"/>
      <p:bldP spid="22" grpId="0" animBg="1"/>
      <p:bldP spid="8" grpId="0" animBg="1"/>
      <p:bldP spid="23" grpId="0" animBg="1"/>
      <p:bldP spid="27" grpId="0" animBg="1"/>
      <p:bldP spid="28" grpId="0"/>
      <p:bldP spid="30" grpId="0" animBg="1"/>
      <p:bldP spid="31" grpId="0" animBg="1"/>
      <p:bldP spid="33" grpId="0" animBg="1"/>
      <p:bldP spid="35" grpId="0" animBg="1"/>
      <p:bldP spid="36" grpId="0"/>
      <p:bldP spid="37" grpId="0" animBg="1"/>
      <p:bldP spid="38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53" grpId="0" animBg="1"/>
      <p:bldP spid="54" grpId="0" animBg="1"/>
      <p:bldP spid="56" grpId="0" animBg="1"/>
      <p:bldP spid="57" grpId="0" animBg="1"/>
      <p:bldP spid="58" grpId="0"/>
      <p:bldP spid="59" grpId="0" animBg="1"/>
      <p:bldP spid="60" grpId="0"/>
      <p:bldP spid="6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2664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00375"/>
            <a:ext cx="3000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*arc = lv_arc_create(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4762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：创建圆弧部件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251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2787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：设置当前值、范围值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4562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643527"/>
            <a:ext cx="74011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lv_arc_set_value(arc, 80);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设置当前值（需要在范围值之内）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lv_arc_set_range(arc, 0, 200);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44594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：设置圆弧角度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623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3811667"/>
            <a:ext cx="6278707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lv_arc_set_angles(arc, 135, 270);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设置前景弧角度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lv_arc_set_bg_angles(arc, 135, 45);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设置背景弧角度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7CB0CC39-B538-6560-B1C8-07A919FECA90}"/>
              </a:ext>
            </a:extLst>
          </p:cNvPr>
          <p:cNvGrpSpPr/>
          <p:nvPr/>
        </p:nvGrpSpPr>
        <p:grpSpPr>
          <a:xfrm>
            <a:off x="5335266" y="545684"/>
            <a:ext cx="2602234" cy="2018871"/>
            <a:chOff x="5335266" y="545684"/>
            <a:chExt cx="2602234" cy="2018871"/>
          </a:xfrm>
        </p:grpSpPr>
        <p:sp>
          <p:nvSpPr>
            <p:cNvPr id="91" name="空心弧 90">
              <a:extLst>
                <a:ext uri="{FF2B5EF4-FFF2-40B4-BE49-F238E27FC236}">
                  <a16:creationId xmlns:a16="http://schemas.microsoft.com/office/drawing/2014/main" id="{CE904C46-F260-1632-C552-00F47F964105}"/>
                </a:ext>
              </a:extLst>
            </p:cNvPr>
            <p:cNvSpPr/>
            <p:nvPr/>
          </p:nvSpPr>
          <p:spPr>
            <a:xfrm>
              <a:off x="5804803" y="1023480"/>
              <a:ext cx="1082470" cy="1080000"/>
            </a:xfrm>
            <a:prstGeom prst="blockArc">
              <a:avLst>
                <a:gd name="adj1" fmla="val 8462298"/>
                <a:gd name="adj2" fmla="val 16787747"/>
                <a:gd name="adj3" fmla="val 12783"/>
              </a:avLst>
            </a:prstGeom>
            <a:solidFill>
              <a:srgbClr val="00B0F0"/>
            </a:solidFill>
            <a:ln w="1270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空心弧 91">
              <a:extLst>
                <a:ext uri="{FF2B5EF4-FFF2-40B4-BE49-F238E27FC236}">
                  <a16:creationId xmlns:a16="http://schemas.microsoft.com/office/drawing/2014/main" id="{83EBC175-A43C-8782-4103-CB9C7D1B22F8}"/>
                </a:ext>
              </a:extLst>
            </p:cNvPr>
            <p:cNvSpPr/>
            <p:nvPr/>
          </p:nvSpPr>
          <p:spPr>
            <a:xfrm>
              <a:off x="5804803" y="1021483"/>
              <a:ext cx="1082470" cy="1080000"/>
            </a:xfrm>
            <a:prstGeom prst="blockArc">
              <a:avLst>
                <a:gd name="adj1" fmla="val 16695106"/>
                <a:gd name="adj2" fmla="val 2292237"/>
                <a:gd name="adj3" fmla="val 13042"/>
              </a:avLst>
            </a:prstGeom>
            <a:solidFill>
              <a:schemeClr val="bg1">
                <a:lumMod val="85000"/>
              </a:schemeClr>
            </a:solidFill>
            <a:ln w="1270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577CBA94-1A78-C4FE-1712-1C7F128AF585}"/>
                </a:ext>
              </a:extLst>
            </p:cNvPr>
            <p:cNvSpPr/>
            <p:nvPr/>
          </p:nvSpPr>
          <p:spPr>
            <a:xfrm>
              <a:off x="6237791" y="983094"/>
              <a:ext cx="216494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F2CE8FE6-6104-295C-FCAB-340B03BD51B2}"/>
                </a:ext>
              </a:extLst>
            </p:cNvPr>
            <p:cNvSpPr/>
            <p:nvPr/>
          </p:nvSpPr>
          <p:spPr>
            <a:xfrm>
              <a:off x="5910567" y="1792521"/>
              <a:ext cx="137113" cy="1368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A874DBC9-2CB0-C93C-4050-E3B8BC4D2101}"/>
                </a:ext>
              </a:extLst>
            </p:cNvPr>
            <p:cNvSpPr/>
            <p:nvPr/>
          </p:nvSpPr>
          <p:spPr>
            <a:xfrm>
              <a:off x="6649968" y="1779991"/>
              <a:ext cx="137113" cy="136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FEFD998-15E6-6D71-9A53-FD30CCA847FC}"/>
                </a:ext>
              </a:extLst>
            </p:cNvPr>
            <p:cNvSpPr txBox="1"/>
            <p:nvPr/>
          </p:nvSpPr>
          <p:spPr>
            <a:xfrm>
              <a:off x="6848854" y="1223393"/>
              <a:ext cx="509831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360°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0EE0DDB8-840C-8295-FE0E-4879E079FFA7}"/>
                </a:ext>
              </a:extLst>
            </p:cNvPr>
            <p:cNvCxnSpPr>
              <a:cxnSpLocks/>
            </p:cNvCxnSpPr>
            <p:nvPr/>
          </p:nvCxnSpPr>
          <p:spPr>
            <a:xfrm>
              <a:off x="6346298" y="857250"/>
              <a:ext cx="4513" cy="1466306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94C1DFEF-B3DC-EE22-A380-71AEA480A568}"/>
                </a:ext>
              </a:extLst>
            </p:cNvPr>
            <p:cNvCxnSpPr>
              <a:cxnSpLocks/>
            </p:cNvCxnSpPr>
            <p:nvPr/>
          </p:nvCxnSpPr>
          <p:spPr>
            <a:xfrm>
              <a:off x="5551177" y="1562422"/>
              <a:ext cx="1589723" cy="0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CC9CDBC0-A532-363C-AD86-7CF9AE9FF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3815" y="1567912"/>
              <a:ext cx="692483" cy="731074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C191833-FD4F-B2DB-9137-EC2398F8786D}"/>
                </a:ext>
              </a:extLst>
            </p:cNvPr>
            <p:cNvCxnSpPr>
              <a:cxnSpLocks/>
            </p:cNvCxnSpPr>
            <p:nvPr/>
          </p:nvCxnSpPr>
          <p:spPr>
            <a:xfrm>
              <a:off x="6355331" y="1567549"/>
              <a:ext cx="725733" cy="731437"/>
            </a:xfrm>
            <a:prstGeom prst="line">
              <a:avLst/>
            </a:prstGeom>
            <a:ln w="9525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E8AD1D4-D849-5C21-6008-284AF8FAB5F9}"/>
                </a:ext>
              </a:extLst>
            </p:cNvPr>
            <p:cNvSpPr txBox="1"/>
            <p:nvPr/>
          </p:nvSpPr>
          <p:spPr>
            <a:xfrm>
              <a:off x="6937957" y="1511133"/>
              <a:ext cx="37824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D6CF6185-F4EE-AF29-370C-4D365EC4F40D}"/>
                </a:ext>
              </a:extLst>
            </p:cNvPr>
            <p:cNvSpPr txBox="1"/>
            <p:nvPr/>
          </p:nvSpPr>
          <p:spPr>
            <a:xfrm>
              <a:off x="6612574" y="2069074"/>
              <a:ext cx="4339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45°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6AF56BC3-F7A0-C932-6D9A-905C89F83021}"/>
                </a:ext>
              </a:extLst>
            </p:cNvPr>
            <p:cNvSpPr txBox="1"/>
            <p:nvPr/>
          </p:nvSpPr>
          <p:spPr>
            <a:xfrm>
              <a:off x="6175201" y="2248186"/>
              <a:ext cx="4339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90°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5D733A47-C6ED-30AD-D74C-2CCF7CD4C66A}"/>
                </a:ext>
              </a:extLst>
            </p:cNvPr>
            <p:cNvSpPr txBox="1"/>
            <p:nvPr/>
          </p:nvSpPr>
          <p:spPr>
            <a:xfrm>
              <a:off x="5695650" y="2064333"/>
              <a:ext cx="49593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135°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93517FD-64F8-6EC3-3FEB-508A943DD919}"/>
                </a:ext>
              </a:extLst>
            </p:cNvPr>
            <p:cNvSpPr txBox="1"/>
            <p:nvPr/>
          </p:nvSpPr>
          <p:spPr>
            <a:xfrm>
              <a:off x="5335266" y="1226555"/>
              <a:ext cx="49593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180°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50A48963-88FA-5B20-8A69-7B44AAB47CB4}"/>
                </a:ext>
              </a:extLst>
            </p:cNvPr>
            <p:cNvSpPr txBox="1"/>
            <p:nvPr/>
          </p:nvSpPr>
          <p:spPr>
            <a:xfrm>
              <a:off x="6117689" y="545684"/>
              <a:ext cx="52699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270°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950A9E17-CC34-80B9-2087-EACB5023BB30}"/>
                </a:ext>
              </a:extLst>
            </p:cNvPr>
            <p:cNvSpPr txBox="1"/>
            <p:nvPr/>
          </p:nvSpPr>
          <p:spPr>
            <a:xfrm>
              <a:off x="7294993" y="2128005"/>
              <a:ext cx="64250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顺时针</a:t>
              </a:r>
            </a:p>
          </p:txBody>
        </p:sp>
        <p:cxnSp>
          <p:nvCxnSpPr>
            <p:cNvPr id="90" name="连接符: 曲线 89">
              <a:extLst>
                <a:ext uri="{FF2B5EF4-FFF2-40B4-BE49-F238E27FC236}">
                  <a16:creationId xmlns:a16="http://schemas.microsoft.com/office/drawing/2014/main" id="{1ED7D807-EC81-4743-FF24-B534B39D803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64341" y="2086132"/>
              <a:ext cx="530653" cy="461452"/>
            </a:xfrm>
            <a:prstGeom prst="curvedConnector3">
              <a:avLst>
                <a:gd name="adj1" fmla="val -1573"/>
              </a:avLst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63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2664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圆弧部件（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lv_arc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51175"/>
            <a:ext cx="22703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lv_arc_set_rotation(arc, 180);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98427"/>
            <a:ext cx="2117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：设置旋转角度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75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297784"/>
            <a:ext cx="19230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475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662577"/>
            <a:ext cx="17560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lv_arc_get_value(arc);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3191944"/>
            <a:ext cx="3026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：设置模式、圆弧绘制速率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33694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0" y="3557667"/>
            <a:ext cx="6823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lv_arc_set_mode(arc, LV_ARC_MODE_REVERSE);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设置模式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lv_arc_set_change_rate(arc, 90);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绘制速率：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90°/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秒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C0D4D1C-F2B2-5EFA-9BA6-CEF57A795E03}"/>
              </a:ext>
            </a:extLst>
          </p:cNvPr>
          <p:cNvGrpSpPr/>
          <p:nvPr/>
        </p:nvGrpSpPr>
        <p:grpSpPr>
          <a:xfrm>
            <a:off x="5449566" y="1057699"/>
            <a:ext cx="2564135" cy="2095071"/>
            <a:chOff x="5449566" y="1057699"/>
            <a:chExt cx="2564135" cy="2095071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09CD17E-671A-2336-3177-FDF1E76F8456}"/>
                </a:ext>
              </a:extLst>
            </p:cNvPr>
            <p:cNvGrpSpPr/>
            <p:nvPr/>
          </p:nvGrpSpPr>
          <p:grpSpPr>
            <a:xfrm>
              <a:off x="5449566" y="1057699"/>
              <a:ext cx="2018802" cy="2095071"/>
              <a:chOff x="5379716" y="486199"/>
              <a:chExt cx="2018802" cy="2095071"/>
            </a:xfrm>
          </p:grpSpPr>
          <p:sp>
            <p:nvSpPr>
              <p:cNvPr id="3" name="空心弧 2">
                <a:extLst>
                  <a:ext uri="{FF2B5EF4-FFF2-40B4-BE49-F238E27FC236}">
                    <a16:creationId xmlns:a16="http://schemas.microsoft.com/office/drawing/2014/main" id="{C9C1FEA9-B63A-C45D-63E7-934E9D391086}"/>
                  </a:ext>
                </a:extLst>
              </p:cNvPr>
              <p:cNvSpPr/>
              <p:nvPr/>
            </p:nvSpPr>
            <p:spPr>
              <a:xfrm>
                <a:off x="5848182" y="989395"/>
                <a:ext cx="1080000" cy="1080000"/>
              </a:xfrm>
              <a:prstGeom prst="blockArc">
                <a:avLst>
                  <a:gd name="adj1" fmla="val 8462298"/>
                  <a:gd name="adj2" fmla="val 16787747"/>
                  <a:gd name="adj3" fmla="val 12783"/>
                </a:avLst>
              </a:prstGeom>
              <a:solidFill>
                <a:srgbClr val="00B0F0"/>
              </a:soli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空心弧 6">
                <a:extLst>
                  <a:ext uri="{FF2B5EF4-FFF2-40B4-BE49-F238E27FC236}">
                    <a16:creationId xmlns:a16="http://schemas.microsoft.com/office/drawing/2014/main" id="{9328DE14-ADCC-1820-0977-6CE755CE104B}"/>
                  </a:ext>
                </a:extLst>
              </p:cNvPr>
              <p:cNvSpPr/>
              <p:nvPr/>
            </p:nvSpPr>
            <p:spPr>
              <a:xfrm>
                <a:off x="5848182" y="987398"/>
                <a:ext cx="1080000" cy="1080000"/>
              </a:xfrm>
              <a:prstGeom prst="blockArc">
                <a:avLst>
                  <a:gd name="adj1" fmla="val 16695106"/>
                  <a:gd name="adj2" fmla="val 2292237"/>
                  <a:gd name="adj3" fmla="val 13042"/>
                </a:avLst>
              </a:prstGeom>
              <a:solidFill>
                <a:schemeClr val="bg1">
                  <a:lumMod val="85000"/>
                </a:schemeClr>
              </a:soli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38EADF27-226B-FEAA-E363-63A0DAA08663}"/>
                  </a:ext>
                </a:extLst>
              </p:cNvPr>
              <p:cNvSpPr/>
              <p:nvPr/>
            </p:nvSpPr>
            <p:spPr>
              <a:xfrm>
                <a:off x="6280182" y="949009"/>
                <a:ext cx="216000" cy="216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F3DCD8DD-79AA-D3A2-82D6-F806F5D23010}"/>
                  </a:ext>
                </a:extLst>
              </p:cNvPr>
              <p:cNvSpPr/>
              <p:nvPr/>
            </p:nvSpPr>
            <p:spPr>
              <a:xfrm>
                <a:off x="5953704" y="1758436"/>
                <a:ext cx="136800" cy="1368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B059F5C6-3C3B-5397-6D41-8FAC0A82A28E}"/>
                  </a:ext>
                </a:extLst>
              </p:cNvPr>
              <p:cNvSpPr/>
              <p:nvPr/>
            </p:nvSpPr>
            <p:spPr>
              <a:xfrm>
                <a:off x="6693794" y="1748287"/>
                <a:ext cx="136800" cy="1368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47347B8-2285-1CF4-513D-784D9588C31E}"/>
                  </a:ext>
                </a:extLst>
              </p:cNvPr>
              <p:cNvSpPr txBox="1"/>
              <p:nvPr/>
            </p:nvSpPr>
            <p:spPr>
              <a:xfrm>
                <a:off x="6889850" y="1189308"/>
                <a:ext cx="508668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360°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4965B5F-395F-B5E5-6F1C-A82988E125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2944" y="763993"/>
                <a:ext cx="0" cy="1576278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4E2E4F0-742D-8E6B-6039-E2B580228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5134" y="1528337"/>
                <a:ext cx="1586096" cy="0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BC217BA-A712-A31C-6CBD-1B20CB712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81133" y="1533827"/>
                <a:ext cx="707308" cy="743317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ACB23F4B-F3FB-B967-3143-71FC14220A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9829" y="1533464"/>
                <a:ext cx="707308" cy="743317"/>
              </a:xfrm>
              <a:prstGeom prst="line">
                <a:avLst/>
              </a:prstGeom>
              <a:ln w="9525" cap="flat" cmpd="sng" algn="ctr">
                <a:solidFill>
                  <a:srgbClr val="00206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D846C44-88F7-FA23-F603-16D30B956733}"/>
                  </a:ext>
                </a:extLst>
              </p:cNvPr>
              <p:cNvSpPr txBox="1"/>
              <p:nvPr/>
            </p:nvSpPr>
            <p:spPr>
              <a:xfrm>
                <a:off x="6978750" y="1477048"/>
                <a:ext cx="377379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C0EFE06-47C0-272C-6CB4-A78CC0621955}"/>
                  </a:ext>
                </a:extLst>
              </p:cNvPr>
              <p:cNvSpPr txBox="1"/>
              <p:nvPr/>
            </p:nvSpPr>
            <p:spPr>
              <a:xfrm>
                <a:off x="6654109" y="2034989"/>
                <a:ext cx="432933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45°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8CDB5D6-BC59-DAFD-2D88-1F36BB75FB5E}"/>
                  </a:ext>
                </a:extLst>
              </p:cNvPr>
              <p:cNvSpPr txBox="1"/>
              <p:nvPr/>
            </p:nvSpPr>
            <p:spPr>
              <a:xfrm>
                <a:off x="6217734" y="2264901"/>
                <a:ext cx="432933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90°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73FB564-1E7A-2922-0330-C5CEE98EAD6F}"/>
                  </a:ext>
                </a:extLst>
              </p:cNvPr>
              <p:cNvSpPr txBox="1"/>
              <p:nvPr/>
            </p:nvSpPr>
            <p:spPr>
              <a:xfrm>
                <a:off x="5739278" y="2030248"/>
                <a:ext cx="494806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135°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5632729-2B15-B19A-59F8-BF0CEB80F83F}"/>
                  </a:ext>
                </a:extLst>
              </p:cNvPr>
              <p:cNvSpPr txBox="1"/>
              <p:nvPr/>
            </p:nvSpPr>
            <p:spPr>
              <a:xfrm>
                <a:off x="5379716" y="1192470"/>
                <a:ext cx="494806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180°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B27A925-2C1D-1C4E-9FB2-D7B354FE14EA}"/>
                  </a:ext>
                </a:extLst>
              </p:cNvPr>
              <p:cNvSpPr txBox="1"/>
              <p:nvPr/>
            </p:nvSpPr>
            <p:spPr>
              <a:xfrm>
                <a:off x="6160354" y="486199"/>
                <a:ext cx="525791" cy="31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270°</a:t>
                </a:r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434A0FD-C432-D5C6-8949-6A15DE75C9EE}"/>
                </a:ext>
              </a:extLst>
            </p:cNvPr>
            <p:cNvSpPr txBox="1"/>
            <p:nvPr/>
          </p:nvSpPr>
          <p:spPr>
            <a:xfrm>
              <a:off x="7404823" y="2722570"/>
              <a:ext cx="60887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顺时针</a:t>
              </a:r>
            </a:p>
          </p:txBody>
        </p:sp>
        <p:cxnSp>
          <p:nvCxnSpPr>
            <p:cNvPr id="23" name="连接符: 曲线 22">
              <a:extLst>
                <a:ext uri="{FF2B5EF4-FFF2-40B4-BE49-F238E27FC236}">
                  <a16:creationId xmlns:a16="http://schemas.microsoft.com/office/drawing/2014/main" id="{41B4C170-33E3-205B-C7C5-54DBE038EA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75380" y="2680697"/>
              <a:ext cx="529442" cy="461452"/>
            </a:xfrm>
            <a:prstGeom prst="curvedConnector3">
              <a:avLst>
                <a:gd name="adj1" fmla="val -1573"/>
              </a:avLst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183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3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(lv_line)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40403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lv_line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144788"/>
            <a:ext cx="4399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线条部件能够在一组坐标点之间依次绘制直线。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794309" y="3018669"/>
            <a:ext cx="198444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624309" y="31962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775259" y="2339719"/>
            <a:ext cx="192370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线条部件组成部分：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E01E1FE-3F9A-26E4-3B68-B4862D6DFE5A}"/>
              </a:ext>
            </a:extLst>
          </p:cNvPr>
          <p:cNvGrpSpPr/>
          <p:nvPr/>
        </p:nvGrpSpPr>
        <p:grpSpPr>
          <a:xfrm>
            <a:off x="649118" y="1955800"/>
            <a:ext cx="3618082" cy="2359226"/>
            <a:chOff x="649118" y="1955800"/>
            <a:chExt cx="3618082" cy="235922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F19A089B-1256-63DD-BDB3-63D6496887D0}"/>
                </a:ext>
              </a:extLst>
            </p:cNvPr>
            <p:cNvSpPr/>
            <p:nvPr/>
          </p:nvSpPr>
          <p:spPr>
            <a:xfrm>
              <a:off x="649118" y="1955800"/>
              <a:ext cx="3618082" cy="2359226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51C92B7-007F-A84B-607E-6D73875C4DC8}"/>
                </a:ext>
              </a:extLst>
            </p:cNvPr>
            <p:cNvSpPr txBox="1"/>
            <p:nvPr/>
          </p:nvSpPr>
          <p:spPr>
            <a:xfrm>
              <a:off x="952500" y="3229851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CD2C54A-00E5-368F-9DEF-D674A5D7F985}"/>
                </a:ext>
              </a:extLst>
            </p:cNvPr>
            <p:cNvSpPr txBox="1"/>
            <p:nvPr/>
          </p:nvSpPr>
          <p:spPr>
            <a:xfrm>
              <a:off x="3478473" y="2014957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4B61C26-807D-61E9-3DD3-4797AAF386B3}"/>
                </a:ext>
              </a:extLst>
            </p:cNvPr>
            <p:cNvSpPr txBox="1"/>
            <p:nvPr/>
          </p:nvSpPr>
          <p:spPr>
            <a:xfrm>
              <a:off x="952500" y="3590966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27559CF-383F-D857-AFAE-46F0955F60E4}"/>
                </a:ext>
              </a:extLst>
            </p:cNvPr>
            <p:cNvSpPr txBox="1"/>
            <p:nvPr/>
          </p:nvSpPr>
          <p:spPr>
            <a:xfrm>
              <a:off x="952500" y="2868736"/>
              <a:ext cx="4445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6EE8D68-ACD5-05C9-6F0D-87C8EAD5C03A}"/>
                </a:ext>
              </a:extLst>
            </p:cNvPr>
            <p:cNvSpPr txBox="1"/>
            <p:nvPr/>
          </p:nvSpPr>
          <p:spPr>
            <a:xfrm>
              <a:off x="1028700" y="2507621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348D78B2-3EAC-EDDB-4DFC-E4D972EA5D76}"/>
                </a:ext>
              </a:extLst>
            </p:cNvPr>
            <p:cNvCxnSpPr/>
            <p:nvPr/>
          </p:nvCxnSpPr>
          <p:spPr>
            <a:xfrm>
              <a:off x="1327991" y="2333625"/>
              <a:ext cx="2340000" cy="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FC28EE2B-09E1-9BEF-D7D3-B39B42E67F4E}"/>
                </a:ext>
              </a:extLst>
            </p:cNvPr>
            <p:cNvCxnSpPr>
              <a:cxnSpLocks/>
            </p:cNvCxnSpPr>
            <p:nvPr/>
          </p:nvCxnSpPr>
          <p:spPr>
            <a:xfrm>
              <a:off x="1327991" y="2328859"/>
              <a:ext cx="0" cy="180000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9C2CB1F-D3D4-22DD-21A6-5DF9D0A8FFA2}"/>
                </a:ext>
              </a:extLst>
            </p:cNvPr>
            <p:cNvSpPr txBox="1"/>
            <p:nvPr/>
          </p:nvSpPr>
          <p:spPr>
            <a:xfrm>
              <a:off x="1069979" y="3896142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Y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3CD4B15-D0F7-DB67-C369-7D31BD3E7BCF}"/>
                </a:ext>
              </a:extLst>
            </p:cNvPr>
            <p:cNvSpPr txBox="1"/>
            <p:nvPr/>
          </p:nvSpPr>
          <p:spPr>
            <a:xfrm>
              <a:off x="1083172" y="2146506"/>
              <a:ext cx="2655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07A8F58-1660-B5DA-C8E3-41DBA30124EE}"/>
                </a:ext>
              </a:extLst>
            </p:cNvPr>
            <p:cNvSpPr txBox="1"/>
            <p:nvPr/>
          </p:nvSpPr>
          <p:spPr>
            <a:xfrm>
              <a:off x="1521921" y="2014873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82D32F82-F3EE-19AF-7704-EAEA2BE79512}"/>
                </a:ext>
              </a:extLst>
            </p:cNvPr>
            <p:cNvSpPr txBox="1"/>
            <p:nvPr/>
          </p:nvSpPr>
          <p:spPr>
            <a:xfrm>
              <a:off x="1809998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CC284D3E-147E-FE03-C077-EEFB1BE46482}"/>
                </a:ext>
              </a:extLst>
            </p:cNvPr>
            <p:cNvSpPr txBox="1"/>
            <p:nvPr/>
          </p:nvSpPr>
          <p:spPr>
            <a:xfrm>
              <a:off x="2197027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10A7C24-BD2C-BC6D-5ACC-AB3A51706A55}"/>
                </a:ext>
              </a:extLst>
            </p:cNvPr>
            <p:cNvSpPr txBox="1"/>
            <p:nvPr/>
          </p:nvSpPr>
          <p:spPr>
            <a:xfrm>
              <a:off x="2584056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490C93E8-E63B-8228-4CBC-E16528130615}"/>
                </a:ext>
              </a:extLst>
            </p:cNvPr>
            <p:cNvSpPr txBox="1"/>
            <p:nvPr/>
          </p:nvSpPr>
          <p:spPr>
            <a:xfrm>
              <a:off x="2971083" y="2014873"/>
              <a:ext cx="4672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519A44D0-1B15-34E8-1926-7B51ABC4A014}"/>
                </a:ext>
              </a:extLst>
            </p:cNvPr>
            <p:cNvSpPr txBox="1"/>
            <p:nvPr/>
          </p:nvSpPr>
          <p:spPr>
            <a:xfrm>
              <a:off x="2041846" y="2431000"/>
              <a:ext cx="84236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150,50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73EAB07-8082-873B-13FC-E9AB84967C5F}"/>
                </a:ext>
              </a:extLst>
            </p:cNvPr>
            <p:cNvSpPr txBox="1"/>
            <p:nvPr/>
          </p:nvSpPr>
          <p:spPr>
            <a:xfrm>
              <a:off x="1352971" y="3789200"/>
              <a:ext cx="786976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50,200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64CC6ED5-CB8D-5884-DE20-A3C42BC6164C}"/>
                </a:ext>
              </a:extLst>
            </p:cNvPr>
            <p:cNvSpPr txBox="1"/>
            <p:nvPr/>
          </p:nvSpPr>
          <p:spPr>
            <a:xfrm>
              <a:off x="2691290" y="3789200"/>
              <a:ext cx="917092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250,200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9A18D796-F880-E726-8310-F0DFC5AB6D77}"/>
                </a:ext>
              </a:extLst>
            </p:cNvPr>
            <p:cNvSpPr/>
            <p:nvPr/>
          </p:nvSpPr>
          <p:spPr>
            <a:xfrm>
              <a:off x="1700461" y="2702717"/>
              <a:ext cx="1512000" cy="1080000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6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52857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线条部件（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lv_line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478125"/>
            <a:ext cx="31149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 *line = lv_line_create(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50777"/>
            <a:ext cx="21179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：创建线条部件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283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859634"/>
            <a:ext cx="2276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：设置线条坐标点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037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45880" y="2193607"/>
            <a:ext cx="488555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lv_point_t  line_points[] = {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}, {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 };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lv_line_set_points(line, line_points, 4);</a:t>
            </a: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45880" y="2874749"/>
            <a:ext cx="2175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：设置线条样式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75479" y="305229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45879" y="3202372"/>
            <a:ext cx="5771358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line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_width(line, 8, LV_PART_MAIN);         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设置宽度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line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_rounded(line, true, LV_PART_MAIN);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设置圆角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3544CF-A77D-F8CC-01B7-C53B4CC4F801}"/>
              </a:ext>
            </a:extLst>
          </p:cNvPr>
          <p:cNvSpPr txBox="1"/>
          <p:nvPr/>
        </p:nvSpPr>
        <p:spPr>
          <a:xfrm>
            <a:off x="6642213" y="1717769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E4CB0CD-4B01-F726-AAC6-F1B30DCCEAF2}"/>
              </a:ext>
            </a:extLst>
          </p:cNvPr>
          <p:cNvSpPr txBox="1"/>
          <p:nvPr/>
        </p:nvSpPr>
        <p:spPr>
          <a:xfrm>
            <a:off x="8564936" y="812436"/>
            <a:ext cx="30678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6F0E0B8-8E7A-408F-CCED-81046322284D}"/>
              </a:ext>
            </a:extLst>
          </p:cNvPr>
          <p:cNvSpPr txBox="1"/>
          <p:nvPr/>
        </p:nvSpPr>
        <p:spPr>
          <a:xfrm>
            <a:off x="6648563" y="1975695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E596688-9A1F-FFE8-4FCD-10143A4791A1}"/>
              </a:ext>
            </a:extLst>
          </p:cNvPr>
          <p:cNvSpPr txBox="1"/>
          <p:nvPr/>
        </p:nvSpPr>
        <p:spPr>
          <a:xfrm>
            <a:off x="6642213" y="1459841"/>
            <a:ext cx="3671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86A268-5130-6488-8E29-967DED5A7B17}"/>
              </a:ext>
            </a:extLst>
          </p:cNvPr>
          <p:cNvSpPr txBox="1"/>
          <p:nvPr/>
        </p:nvSpPr>
        <p:spPr>
          <a:xfrm>
            <a:off x="6718413" y="1201913"/>
            <a:ext cx="290916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5A2A745-A823-96EA-C1C6-BA1690AFA3D2}"/>
              </a:ext>
            </a:extLst>
          </p:cNvPr>
          <p:cNvCxnSpPr/>
          <p:nvPr/>
        </p:nvCxnSpPr>
        <p:spPr>
          <a:xfrm>
            <a:off x="6960554" y="1131104"/>
            <a:ext cx="1800000" cy="0"/>
          </a:xfrm>
          <a:prstGeom prst="straightConnector1">
            <a:avLst/>
          </a:prstGeom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67CFCBF-964D-DDF4-FC7D-3371D2E9B0D9}"/>
              </a:ext>
            </a:extLst>
          </p:cNvPr>
          <p:cNvCxnSpPr>
            <a:cxnSpLocks/>
          </p:cNvCxnSpPr>
          <p:nvPr/>
        </p:nvCxnSpPr>
        <p:spPr>
          <a:xfrm>
            <a:off x="6960554" y="1126338"/>
            <a:ext cx="0" cy="1440000"/>
          </a:xfrm>
          <a:prstGeom prst="straightConnector1">
            <a:avLst/>
          </a:prstGeom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543E965-E3CC-5FC1-A4D8-18C285ABF880}"/>
              </a:ext>
            </a:extLst>
          </p:cNvPr>
          <p:cNvSpPr txBox="1"/>
          <p:nvPr/>
        </p:nvSpPr>
        <p:spPr>
          <a:xfrm>
            <a:off x="6702542" y="2331671"/>
            <a:ext cx="30678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endParaRPr lang="zh-CN" altLang="en-US" sz="11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18F4764-DFF7-6A48-7816-D2B5D0F84DEF}"/>
              </a:ext>
            </a:extLst>
          </p:cNvPr>
          <p:cNvSpPr txBox="1"/>
          <p:nvPr/>
        </p:nvSpPr>
        <p:spPr>
          <a:xfrm>
            <a:off x="6715735" y="943985"/>
            <a:ext cx="26555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0BE616-561D-BA47-AC61-34BB62937A6E}"/>
              </a:ext>
            </a:extLst>
          </p:cNvPr>
          <p:cNvSpPr txBox="1"/>
          <p:nvPr/>
        </p:nvSpPr>
        <p:spPr>
          <a:xfrm>
            <a:off x="7040184" y="812352"/>
            <a:ext cx="27704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0C24721-8800-8A5F-B1A1-48A70476B663}"/>
              </a:ext>
            </a:extLst>
          </p:cNvPr>
          <p:cNvSpPr txBox="1"/>
          <p:nvPr/>
        </p:nvSpPr>
        <p:spPr>
          <a:xfrm>
            <a:off x="7263173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1D447D2-F36D-6C34-F7FD-7089D99F7842}"/>
              </a:ext>
            </a:extLst>
          </p:cNvPr>
          <p:cNvSpPr txBox="1"/>
          <p:nvPr/>
        </p:nvSpPr>
        <p:spPr>
          <a:xfrm>
            <a:off x="7585114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2A074E4-F6A8-7D87-A931-A6D25C143828}"/>
              </a:ext>
            </a:extLst>
          </p:cNvPr>
          <p:cNvSpPr txBox="1"/>
          <p:nvPr/>
        </p:nvSpPr>
        <p:spPr>
          <a:xfrm>
            <a:off x="7907055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7723BBA-5159-3E23-7D16-F20E04ED7C15}"/>
              </a:ext>
            </a:extLst>
          </p:cNvPr>
          <p:cNvSpPr txBox="1"/>
          <p:nvPr/>
        </p:nvSpPr>
        <p:spPr>
          <a:xfrm>
            <a:off x="8228996" y="812352"/>
            <a:ext cx="36830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D2705CF8-A760-100D-F11E-3718FA56B221}"/>
              </a:ext>
            </a:extLst>
          </p:cNvPr>
          <p:cNvGrpSpPr/>
          <p:nvPr/>
        </p:nvGrpSpPr>
        <p:grpSpPr>
          <a:xfrm>
            <a:off x="6642213" y="2775263"/>
            <a:ext cx="2229511" cy="1819538"/>
            <a:chOff x="6566013" y="2787963"/>
            <a:chExt cx="2229511" cy="1819538"/>
          </a:xfrm>
        </p:grpSpPr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44661B3-510D-7983-0E23-C55DF96B9A44}"/>
                </a:ext>
              </a:extLst>
            </p:cNvPr>
            <p:cNvSpPr txBox="1"/>
            <p:nvPr/>
          </p:nvSpPr>
          <p:spPr>
            <a:xfrm>
              <a:off x="6566013" y="3434934"/>
              <a:ext cx="373466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69B6AF1-7752-02B0-A719-CC2626497F7C}"/>
                </a:ext>
              </a:extLst>
            </p:cNvPr>
            <p:cNvSpPr txBox="1"/>
            <p:nvPr/>
          </p:nvSpPr>
          <p:spPr>
            <a:xfrm>
              <a:off x="8488736" y="4020667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EAC8052-ED74-A898-48C8-B4416B3E803D}"/>
                </a:ext>
              </a:extLst>
            </p:cNvPr>
            <p:cNvSpPr txBox="1"/>
            <p:nvPr/>
          </p:nvSpPr>
          <p:spPr>
            <a:xfrm>
              <a:off x="6572363" y="3184464"/>
              <a:ext cx="367116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1FFC087-922D-3B1F-8303-2CD2E4FD33E7}"/>
                </a:ext>
              </a:extLst>
            </p:cNvPr>
            <p:cNvSpPr txBox="1"/>
            <p:nvPr/>
          </p:nvSpPr>
          <p:spPr>
            <a:xfrm>
              <a:off x="6566013" y="3713982"/>
              <a:ext cx="35388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50933C8-71EB-30D1-F083-510D29E66341}"/>
                </a:ext>
              </a:extLst>
            </p:cNvPr>
            <p:cNvSpPr txBox="1"/>
            <p:nvPr/>
          </p:nvSpPr>
          <p:spPr>
            <a:xfrm>
              <a:off x="6656502" y="3978742"/>
              <a:ext cx="28297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5A5C665F-913A-489B-3354-7DDC8691BA0A}"/>
                </a:ext>
              </a:extLst>
            </p:cNvPr>
            <p:cNvCxnSpPr>
              <a:cxnSpLocks/>
            </p:cNvCxnSpPr>
            <p:nvPr/>
          </p:nvCxnSpPr>
          <p:spPr>
            <a:xfrm>
              <a:off x="6884354" y="4346478"/>
              <a:ext cx="1800000" cy="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8309CA89-3BA9-C03D-81F2-50D639D668E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84354" y="2911376"/>
              <a:ext cx="0" cy="1440000"/>
            </a:xfrm>
            <a:prstGeom prst="straightConnector1">
              <a:avLst/>
            </a:prstGeom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6929C8D1-A901-2F21-1F87-AB4F9CDA01CE}"/>
                </a:ext>
              </a:extLst>
            </p:cNvPr>
            <p:cNvSpPr txBox="1"/>
            <p:nvPr/>
          </p:nvSpPr>
          <p:spPr>
            <a:xfrm>
              <a:off x="6626342" y="2787963"/>
              <a:ext cx="30678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Y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94DADC3-683D-B7D6-2DA2-526281D1A0A6}"/>
                </a:ext>
              </a:extLst>
            </p:cNvPr>
            <p:cNvSpPr txBox="1"/>
            <p:nvPr/>
          </p:nvSpPr>
          <p:spPr>
            <a:xfrm>
              <a:off x="6672876" y="4291132"/>
              <a:ext cx="26555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540EFE8-F9D4-4169-BBF9-3EE90877959E}"/>
                </a:ext>
              </a:extLst>
            </p:cNvPr>
            <p:cNvSpPr txBox="1"/>
            <p:nvPr/>
          </p:nvSpPr>
          <p:spPr>
            <a:xfrm>
              <a:off x="6963984" y="4289666"/>
              <a:ext cx="29278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FE27B9CB-5F57-9388-0A42-A9C08EAB91C2}"/>
                </a:ext>
              </a:extLst>
            </p:cNvPr>
            <p:cNvSpPr txBox="1"/>
            <p:nvPr/>
          </p:nvSpPr>
          <p:spPr>
            <a:xfrm>
              <a:off x="7186973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07552FA-BB83-39C4-A495-8E1EADB9B265}"/>
                </a:ext>
              </a:extLst>
            </p:cNvPr>
            <p:cNvSpPr txBox="1"/>
            <p:nvPr/>
          </p:nvSpPr>
          <p:spPr>
            <a:xfrm>
              <a:off x="7508914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684B9F1-EB30-93BA-1771-3EEF01A2E192}"/>
                </a:ext>
              </a:extLst>
            </p:cNvPr>
            <p:cNvSpPr txBox="1"/>
            <p:nvPr/>
          </p:nvSpPr>
          <p:spPr>
            <a:xfrm>
              <a:off x="7830855" y="4289666"/>
              <a:ext cx="38229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0E40F7AA-A9D0-7CFF-D98C-D8AA56B6DBF3}"/>
                </a:ext>
              </a:extLst>
            </p:cNvPr>
            <p:cNvSpPr txBox="1"/>
            <p:nvPr/>
          </p:nvSpPr>
          <p:spPr>
            <a:xfrm>
              <a:off x="8152796" y="4289666"/>
              <a:ext cx="36830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E6D4EBF4-F19A-B258-39CC-12462407A556}"/>
                </a:ext>
              </a:extLst>
            </p:cNvPr>
            <p:cNvSpPr txBox="1"/>
            <p:nvPr/>
          </p:nvSpPr>
          <p:spPr>
            <a:xfrm>
              <a:off x="7622764" y="4017365"/>
              <a:ext cx="59039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15,5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8EBB8FBA-81E9-0BF9-5668-AC5EBBE5EA58}"/>
                </a:ext>
              </a:extLst>
            </p:cNvPr>
            <p:cNvSpPr txBox="1"/>
            <p:nvPr/>
          </p:nvSpPr>
          <p:spPr>
            <a:xfrm>
              <a:off x="6825658" y="3068745"/>
              <a:ext cx="6464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5,20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21930AE7-50FC-EBE3-FB54-5BCF9558A5B9}"/>
                </a:ext>
              </a:extLst>
            </p:cNvPr>
            <p:cNvSpPr txBox="1"/>
            <p:nvPr/>
          </p:nvSpPr>
          <p:spPr>
            <a:xfrm>
              <a:off x="7966143" y="3061669"/>
              <a:ext cx="7115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（</a:t>
              </a:r>
              <a:r>
                <a:rPr lang="en-US" altLang="zh-CN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25,20</a:t>
              </a:r>
              <a:r>
                <a:rPr lang="zh-CN" altLang="en-US" sz="10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）</a:t>
              </a:r>
            </a:p>
          </p:txBody>
        </p:sp>
        <p:sp>
          <p:nvSpPr>
            <p:cNvPr id="90" name="等腰三角形 89">
              <a:extLst>
                <a:ext uri="{FF2B5EF4-FFF2-40B4-BE49-F238E27FC236}">
                  <a16:creationId xmlns:a16="http://schemas.microsoft.com/office/drawing/2014/main" id="{B691CC5E-F3EA-C49F-FB51-DFD463F5DE82}"/>
                </a:ext>
              </a:extLst>
            </p:cNvPr>
            <p:cNvSpPr/>
            <p:nvPr/>
          </p:nvSpPr>
          <p:spPr>
            <a:xfrm rot="10800000">
              <a:off x="7099412" y="3370388"/>
              <a:ext cx="1235209" cy="802382"/>
            </a:xfrm>
            <a:prstGeom prst="triangle">
              <a:avLst>
                <a:gd name="adj" fmla="val 48844"/>
              </a:avLst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CD9C484C-2378-39A9-7185-D8849E71F2F9}"/>
              </a:ext>
            </a:extLst>
          </p:cNvPr>
          <p:cNvSpPr txBox="1"/>
          <p:nvPr/>
        </p:nvSpPr>
        <p:spPr>
          <a:xfrm>
            <a:off x="745880" y="3905598"/>
            <a:ext cx="21141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y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轴反转</a:t>
            </a: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F4A13B48-BA91-538A-1531-48451E68E71B}"/>
              </a:ext>
            </a:extLst>
          </p:cNvPr>
          <p:cNvSpPr/>
          <p:nvPr/>
        </p:nvSpPr>
        <p:spPr>
          <a:xfrm>
            <a:off x="575479" y="408314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E42ABC3-453C-72A2-EAC6-750FD19F2220}"/>
              </a:ext>
            </a:extLst>
          </p:cNvPr>
          <p:cNvSpPr txBox="1"/>
          <p:nvPr/>
        </p:nvSpPr>
        <p:spPr>
          <a:xfrm>
            <a:off x="745880" y="4226871"/>
            <a:ext cx="23592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lv_line_set_y_invert(line, true);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39EA36B-1BF4-8CE3-B06F-CBF13E0BBBC2}"/>
              </a:ext>
            </a:extLst>
          </p:cNvPr>
          <p:cNvCxnSpPr>
            <a:cxnSpLocks/>
          </p:cNvCxnSpPr>
          <p:nvPr/>
        </p:nvCxnSpPr>
        <p:spPr>
          <a:xfrm>
            <a:off x="7764646" y="1368648"/>
            <a:ext cx="636651" cy="80238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5A2428B-2049-69F6-D437-40EF0245E162}"/>
              </a:ext>
            </a:extLst>
          </p:cNvPr>
          <p:cNvCxnSpPr>
            <a:cxnSpLocks/>
          </p:cNvCxnSpPr>
          <p:nvPr/>
        </p:nvCxnSpPr>
        <p:spPr>
          <a:xfrm flipH="1">
            <a:off x="7177993" y="1368648"/>
            <a:ext cx="593652" cy="80238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7BE7B75-4530-C7E7-ACA5-50DE715ED38E}"/>
              </a:ext>
            </a:extLst>
          </p:cNvPr>
          <p:cNvCxnSpPr>
            <a:cxnSpLocks/>
          </p:cNvCxnSpPr>
          <p:nvPr/>
        </p:nvCxnSpPr>
        <p:spPr>
          <a:xfrm>
            <a:off x="7173231" y="2171933"/>
            <a:ext cx="123520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47913E8-0D67-4911-0032-B15BAF029057}"/>
              </a:ext>
            </a:extLst>
          </p:cNvPr>
          <p:cNvSpPr txBox="1"/>
          <p:nvPr/>
        </p:nvSpPr>
        <p:spPr>
          <a:xfrm>
            <a:off x="7631955" y="1146913"/>
            <a:ext cx="6573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15,5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AC0D1B-4A44-F435-C319-49C81BADEE2E}"/>
              </a:ext>
            </a:extLst>
          </p:cNvPr>
          <p:cNvSpPr txBox="1"/>
          <p:nvPr/>
        </p:nvSpPr>
        <p:spPr>
          <a:xfrm>
            <a:off x="6864463" y="2101549"/>
            <a:ext cx="646421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5,20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F5B73E4-03C2-2D98-DABB-6B7A5914C734}"/>
              </a:ext>
            </a:extLst>
          </p:cNvPr>
          <p:cNvSpPr txBox="1"/>
          <p:nvPr/>
        </p:nvSpPr>
        <p:spPr>
          <a:xfrm>
            <a:off x="8080443" y="2104251"/>
            <a:ext cx="711555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25,20</a:t>
            </a:r>
            <a:r>
              <a:rPr lang="zh-CN" altLang="en-US" sz="10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5895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94" grpId="0"/>
      <p:bldP spid="95" grpId="0" animBg="1"/>
      <p:bldP spid="96" grpId="0"/>
      <p:bldP spid="29" grpId="0"/>
      <p:bldP spid="30" grpId="0"/>
      <p:bldP spid="3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7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1" y="2512078"/>
            <a:ext cx="1085849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8183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43761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043188"/>
            <a:ext cx="525975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图片部件可用于图片显示、功能界面优化、背景优化等。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900809" y="3064372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730809" y="324192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881759" y="2385422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图片部件组成部分：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69465457-2B86-BC76-688F-2931624F4FC0}"/>
              </a:ext>
            </a:extLst>
          </p:cNvPr>
          <p:cNvGrpSpPr/>
          <p:nvPr/>
        </p:nvGrpSpPr>
        <p:grpSpPr>
          <a:xfrm>
            <a:off x="642768" y="1720850"/>
            <a:ext cx="3732382" cy="2774950"/>
            <a:chOff x="642768" y="1803400"/>
            <a:chExt cx="3732382" cy="277495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D179710-509B-A713-8F34-A5B9EFAA9539}"/>
                </a:ext>
              </a:extLst>
            </p:cNvPr>
            <p:cNvSpPr/>
            <p:nvPr/>
          </p:nvSpPr>
          <p:spPr>
            <a:xfrm>
              <a:off x="642768" y="1803400"/>
              <a:ext cx="3732382" cy="2774950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1814FEF-1A5C-C337-A3EE-0492CDAE6198}"/>
                </a:ext>
              </a:extLst>
            </p:cNvPr>
            <p:cNvSpPr txBox="1"/>
            <p:nvPr/>
          </p:nvSpPr>
          <p:spPr>
            <a:xfrm>
              <a:off x="2266458" y="2421044"/>
              <a:ext cx="178484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20~30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℃   西北风</a:t>
              </a: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3~4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级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F6C788-DE4B-9864-24FC-5BB43FA700E6}"/>
                </a:ext>
              </a:extLst>
            </p:cNvPr>
            <p:cNvSpPr txBox="1"/>
            <p:nvPr/>
          </p:nvSpPr>
          <p:spPr>
            <a:xfrm>
              <a:off x="2266459" y="2040227"/>
              <a:ext cx="1276841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多云  </a:t>
              </a:r>
              <a:r>
                <a:rPr lang="en-US" altLang="zh-CN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26</a:t>
              </a: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℃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67EF4D-8582-A931-282F-E5A313E94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3369" y="2047809"/>
              <a:ext cx="0" cy="822154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067C4A7-2B79-0130-D859-CC5A41087224}"/>
                </a:ext>
              </a:extLst>
            </p:cNvPr>
            <p:cNvSpPr/>
            <p:nvPr/>
          </p:nvSpPr>
          <p:spPr>
            <a:xfrm>
              <a:off x="1178208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0A6A023-7FAF-3994-1772-FE01CF8BF0A6}"/>
                </a:ext>
              </a:extLst>
            </p:cNvPr>
            <p:cNvSpPr/>
            <p:nvPr/>
          </p:nvSpPr>
          <p:spPr>
            <a:xfrm>
              <a:off x="1414217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89D1C87-B5BB-ADF8-8921-1DF1D6823A2E}"/>
                </a:ext>
              </a:extLst>
            </p:cNvPr>
            <p:cNvSpPr txBox="1"/>
            <p:nvPr/>
          </p:nvSpPr>
          <p:spPr>
            <a:xfrm>
              <a:off x="1149316" y="3611005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制冷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E7FA4F1-0195-2F4E-B4C8-511D4B97B532}"/>
                </a:ext>
              </a:extLst>
            </p:cNvPr>
            <p:cNvSpPr/>
            <p:nvPr/>
          </p:nvSpPr>
          <p:spPr>
            <a:xfrm>
              <a:off x="990697" y="3060700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4AAF67B-CCAA-F87C-2221-F28DCECD4995}"/>
                </a:ext>
              </a:extLst>
            </p:cNvPr>
            <p:cNvSpPr txBox="1"/>
            <p:nvPr/>
          </p:nvSpPr>
          <p:spPr>
            <a:xfrm>
              <a:off x="2242233" y="3611005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加热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CBBC0CA-1BC7-E287-8231-F10DF229170F}"/>
                </a:ext>
              </a:extLst>
            </p:cNvPr>
            <p:cNvSpPr/>
            <p:nvPr/>
          </p:nvSpPr>
          <p:spPr>
            <a:xfrm>
              <a:off x="2064261" y="3060700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662AC8E1-CF19-15F3-2C4D-E5D1B78CB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7694" y="3171280"/>
              <a:ext cx="481173" cy="49020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A2FC055D-EB32-001E-05C4-010CB660E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632" y="3161754"/>
              <a:ext cx="539658" cy="553424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07D2FE2-57AB-9A1F-1205-4B803D710405}"/>
                </a:ext>
              </a:extLst>
            </p:cNvPr>
            <p:cNvSpPr txBox="1"/>
            <p:nvPr/>
          </p:nvSpPr>
          <p:spPr>
            <a:xfrm>
              <a:off x="3347245" y="3614303"/>
              <a:ext cx="53965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除湿</a:t>
              </a:r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C16CAAA5-7ADB-0C24-4552-42226633D31D}"/>
                </a:ext>
              </a:extLst>
            </p:cNvPr>
            <p:cNvSpPr/>
            <p:nvPr/>
          </p:nvSpPr>
          <p:spPr>
            <a:xfrm>
              <a:off x="3156874" y="3063998"/>
              <a:ext cx="845217" cy="1279494"/>
            </a:xfrm>
            <a:prstGeom prst="roundRect">
              <a:avLst>
                <a:gd name="adj" fmla="val 6229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FE807C7C-4A33-9EDB-7955-C51FF78F4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8266" y="3205410"/>
              <a:ext cx="454657" cy="442097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FB9FBC4-1AA9-B841-0832-C7FF309B4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7443" y="1996899"/>
              <a:ext cx="850859" cy="827003"/>
            </a:xfrm>
            <a:prstGeom prst="rect">
              <a:avLst/>
            </a:prstGeom>
          </p:spPr>
        </p:pic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0ECED8B0-AD64-214D-1F83-7A453A1AB902}"/>
                </a:ext>
              </a:extLst>
            </p:cNvPr>
            <p:cNvSpPr/>
            <p:nvPr/>
          </p:nvSpPr>
          <p:spPr>
            <a:xfrm>
              <a:off x="3371953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8F5B0E99-0861-15C9-ABE9-68A35B08D69E}"/>
                </a:ext>
              </a:extLst>
            </p:cNvPr>
            <p:cNvSpPr/>
            <p:nvPr/>
          </p:nvSpPr>
          <p:spPr>
            <a:xfrm>
              <a:off x="3607962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84B96056-B631-6313-D361-813E8702532C}"/>
                </a:ext>
              </a:extLst>
            </p:cNvPr>
            <p:cNvSpPr/>
            <p:nvPr/>
          </p:nvSpPr>
          <p:spPr>
            <a:xfrm>
              <a:off x="2286033" y="3979872"/>
              <a:ext cx="432000" cy="216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ea typeface="思源黑体 CN Normal" panose="020B0400000000000000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FEDB573C-4A1D-AFFF-7C94-DB5CDD0B6AF4}"/>
                </a:ext>
              </a:extLst>
            </p:cNvPr>
            <p:cNvSpPr/>
            <p:nvPr/>
          </p:nvSpPr>
          <p:spPr>
            <a:xfrm>
              <a:off x="2522042" y="3996539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777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970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300325"/>
            <a:ext cx="30704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*img = lv_img_create(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011077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：创建图片部件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1886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719934"/>
            <a:ext cx="1895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：设置图片源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18974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040277"/>
            <a:ext cx="503896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LV_IMG_DECLARE(img_bird);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声明图片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lv_img_set_src(img, &amp;img_bird);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设置图片源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275379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：设置图片偏移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293134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1" y="3056017"/>
            <a:ext cx="5038967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lv_img_set_offset_x(img, 100);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x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轴偏移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100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lv_img_set_offset_y(img, 20);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y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轴偏移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21C03D-B759-FDD6-6466-07F428BC80AA}"/>
              </a:ext>
            </a:extLst>
          </p:cNvPr>
          <p:cNvSpPr txBox="1"/>
          <p:nvPr/>
        </p:nvSpPr>
        <p:spPr>
          <a:xfrm>
            <a:off x="758580" y="3750744"/>
            <a:ext cx="2137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：图片重新着色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73C7F8D-94ED-B171-8E26-2D85021190DF}"/>
              </a:ext>
            </a:extLst>
          </p:cNvPr>
          <p:cNvSpPr/>
          <p:nvPr/>
        </p:nvSpPr>
        <p:spPr>
          <a:xfrm>
            <a:off x="588179" y="39282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590064-777B-5BD2-CEE0-2C3CD174C568}"/>
              </a:ext>
            </a:extLst>
          </p:cNvPr>
          <p:cNvSpPr txBox="1"/>
          <p:nvPr/>
        </p:nvSpPr>
        <p:spPr>
          <a:xfrm>
            <a:off x="758581" y="4052967"/>
            <a:ext cx="5529186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lv_obj_set_style_img_recolor(img, lv_color_hex(0xffe1d2), LV_PART_MAIN); 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lv_obj_set_style_img_recolor_opa(img, 150, LV_PART_MAIN);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187A3E82-E326-3509-A433-9384CDA0B234}"/>
              </a:ext>
            </a:extLst>
          </p:cNvPr>
          <p:cNvGrpSpPr/>
          <p:nvPr/>
        </p:nvGrpSpPr>
        <p:grpSpPr>
          <a:xfrm>
            <a:off x="6305552" y="1838754"/>
            <a:ext cx="1975329" cy="1748647"/>
            <a:chOff x="6708541" y="1739302"/>
            <a:chExt cx="1975329" cy="1748647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A5D16CF3-6C06-6056-DDA4-BBBD62D5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18"/>
            <a:stretch/>
          </p:blipFill>
          <p:spPr>
            <a:xfrm>
              <a:off x="7402889" y="2311569"/>
              <a:ext cx="1280981" cy="360000"/>
            </a:xfrm>
            <a:prstGeom prst="rect">
              <a:avLst/>
            </a:prstGeom>
          </p:spPr>
        </p:pic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C47CD998-BC63-64A0-A616-8BA951045179}"/>
                </a:ext>
              </a:extLst>
            </p:cNvPr>
            <p:cNvGrpSpPr/>
            <p:nvPr/>
          </p:nvGrpSpPr>
          <p:grpSpPr>
            <a:xfrm>
              <a:off x="7415524" y="2956581"/>
              <a:ext cx="1239768" cy="368986"/>
              <a:chOff x="7142474" y="2951205"/>
              <a:chExt cx="1239768" cy="368986"/>
            </a:xfrm>
          </p:grpSpPr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B7DBC28D-AA51-F5BD-FA7D-EABCFFC227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3702" r="-1"/>
              <a:stretch/>
            </p:blipFill>
            <p:spPr>
              <a:xfrm>
                <a:off x="7142474" y="2960191"/>
                <a:ext cx="600382" cy="360000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E2B27081-74A3-75FC-E72E-1B141BB6F5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18" r="46355"/>
              <a:stretch/>
            </p:blipFill>
            <p:spPr>
              <a:xfrm>
                <a:off x="7702374" y="2951205"/>
                <a:ext cx="679868" cy="360000"/>
              </a:xfrm>
              <a:prstGeom prst="rect">
                <a:avLst/>
              </a:prstGeom>
            </p:spPr>
          </p:pic>
        </p:grp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28AF929-38F7-85DC-4124-513CDA665481}"/>
                </a:ext>
              </a:extLst>
            </p:cNvPr>
            <p:cNvCxnSpPr>
              <a:cxnSpLocks/>
            </p:cNvCxnSpPr>
            <p:nvPr/>
          </p:nvCxnSpPr>
          <p:spPr>
            <a:xfrm>
              <a:off x="7415524" y="2047949"/>
              <a:ext cx="0" cy="144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03A7E8C-9AF0-50FB-F5B8-85F49770E4B9}"/>
                </a:ext>
              </a:extLst>
            </p:cNvPr>
            <p:cNvCxnSpPr>
              <a:cxnSpLocks/>
            </p:cNvCxnSpPr>
            <p:nvPr/>
          </p:nvCxnSpPr>
          <p:spPr>
            <a:xfrm>
              <a:off x="7983739" y="2047949"/>
              <a:ext cx="0" cy="144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D7295F20-A663-6C17-A439-269E85FC8092}"/>
                </a:ext>
              </a:extLst>
            </p:cNvPr>
            <p:cNvCxnSpPr/>
            <p:nvPr/>
          </p:nvCxnSpPr>
          <p:spPr>
            <a:xfrm>
              <a:off x="7420286" y="2135007"/>
              <a:ext cx="558000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8CD099FD-2EC7-D990-F224-1C5598EA9BB2}"/>
                </a:ext>
              </a:extLst>
            </p:cNvPr>
            <p:cNvSpPr txBox="1"/>
            <p:nvPr/>
          </p:nvSpPr>
          <p:spPr>
            <a:xfrm>
              <a:off x="7364756" y="1739302"/>
              <a:ext cx="74001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x</a:t>
              </a: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轴偏移</a:t>
              </a: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6C80924-FDB4-7E26-5B6B-9A94008DA8D5}"/>
                </a:ext>
              </a:extLst>
            </p:cNvPr>
            <p:cNvSpPr txBox="1"/>
            <p:nvPr/>
          </p:nvSpPr>
          <p:spPr>
            <a:xfrm>
              <a:off x="6708541" y="2304832"/>
              <a:ext cx="49235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原图：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FE84FDE4-0D39-A6CB-3FAE-2463185A1331}"/>
                </a:ext>
              </a:extLst>
            </p:cNvPr>
            <p:cNvSpPr txBox="1"/>
            <p:nvPr/>
          </p:nvSpPr>
          <p:spPr>
            <a:xfrm>
              <a:off x="6712784" y="2971098"/>
              <a:ext cx="62139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偏移后：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59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2" grpId="0"/>
      <p:bldP spid="3" grpId="0" animBg="1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42FAD174-D9EB-88F3-CDAC-7CED5217AFCA}"/>
              </a:ext>
            </a:extLst>
          </p:cNvPr>
          <p:cNvSpPr/>
          <p:nvPr/>
        </p:nvSpPr>
        <p:spPr>
          <a:xfrm>
            <a:off x="5543944" y="3075267"/>
            <a:ext cx="1440000" cy="10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7" y="466454"/>
            <a:ext cx="239706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lv_img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1" y="1725775"/>
            <a:ext cx="468658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lv_img_set_zoom(img, 512);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放大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倍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lv_img_set_angle(img, 900);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顺时针方向旋转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90°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73027"/>
            <a:ext cx="266865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：设置图片缩放、旋转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505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3002634"/>
            <a:ext cx="190588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：设置中心点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31801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3367427"/>
            <a:ext cx="4552112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lv_obj_update_layout(img);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更新图片布局信息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lv_img_set_pivot(img, 0, 0);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设置中心点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1C4261-24EC-F25F-869A-7FF28E6D4323}"/>
              </a:ext>
            </a:extLst>
          </p:cNvPr>
          <p:cNvGrpSpPr/>
          <p:nvPr/>
        </p:nvGrpSpPr>
        <p:grpSpPr>
          <a:xfrm>
            <a:off x="5746750" y="1376999"/>
            <a:ext cx="2818283" cy="954623"/>
            <a:chOff x="5166783" y="1347768"/>
            <a:chExt cx="2818283" cy="954623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D424B0F-14A3-9B10-4276-74AF9DED3FDD}"/>
                </a:ext>
              </a:extLst>
            </p:cNvPr>
            <p:cNvCxnSpPr/>
            <p:nvPr/>
          </p:nvCxnSpPr>
          <p:spPr>
            <a:xfrm>
              <a:off x="5379716" y="1973570"/>
              <a:ext cx="2399034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EB658B2-DD8D-1C82-F8D3-BB56AA74C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6066" y="166153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EC45C72-F092-BD34-F246-55A890CC8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6690" y="165518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EE6D73F-1D3A-EEE2-2FEE-5A15DD18B9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1285" y="1661538"/>
              <a:ext cx="0" cy="318382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79CB9FF-6EF0-2BD6-2E73-F6C45AA075BC}"/>
                </a:ext>
              </a:extLst>
            </p:cNvPr>
            <p:cNvCxnSpPr>
              <a:cxnSpLocks/>
            </p:cNvCxnSpPr>
            <p:nvPr/>
          </p:nvCxnSpPr>
          <p:spPr>
            <a:xfrm>
              <a:off x="5388447" y="1809750"/>
              <a:ext cx="1181100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248B7EA-BE9D-5B51-BFB3-075AEE5CBAFC}"/>
                </a:ext>
              </a:extLst>
            </p:cNvPr>
            <p:cNvCxnSpPr>
              <a:cxnSpLocks/>
            </p:cNvCxnSpPr>
            <p:nvPr/>
          </p:nvCxnSpPr>
          <p:spPr>
            <a:xfrm>
              <a:off x="6583833" y="1809750"/>
              <a:ext cx="1181100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483338F-4106-6391-1BE5-5A1013FE8B59}"/>
                </a:ext>
              </a:extLst>
            </p:cNvPr>
            <p:cNvSpPr txBox="1"/>
            <p:nvPr/>
          </p:nvSpPr>
          <p:spPr>
            <a:xfrm>
              <a:off x="5741420" y="1487754"/>
              <a:ext cx="5069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缩小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9FFA197-10CE-8B75-1218-A52D1AB7D3D2}"/>
                </a:ext>
              </a:extLst>
            </p:cNvPr>
            <p:cNvSpPr txBox="1"/>
            <p:nvPr/>
          </p:nvSpPr>
          <p:spPr>
            <a:xfrm>
              <a:off x="6904981" y="1487753"/>
              <a:ext cx="5069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放大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77AC755-3A74-8529-336C-87F7EBD8EED9}"/>
                </a:ext>
              </a:extLst>
            </p:cNvPr>
            <p:cNvSpPr txBox="1"/>
            <p:nvPr/>
          </p:nvSpPr>
          <p:spPr>
            <a:xfrm>
              <a:off x="5166783" y="1353972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128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D74B828-1292-4E80-295F-CE2F7D94E6B7}"/>
                </a:ext>
              </a:extLst>
            </p:cNvPr>
            <p:cNvSpPr txBox="1"/>
            <p:nvPr/>
          </p:nvSpPr>
          <p:spPr>
            <a:xfrm>
              <a:off x="6331875" y="1347768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256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A4191C1-B732-A081-5D75-58D9F6B0182A}"/>
                </a:ext>
              </a:extLst>
            </p:cNvPr>
            <p:cNvSpPr txBox="1"/>
            <p:nvPr/>
          </p:nvSpPr>
          <p:spPr>
            <a:xfrm>
              <a:off x="7544799" y="1347768"/>
              <a:ext cx="440267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512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636D93D-9359-6D9B-DE43-D642622FD931}"/>
                </a:ext>
              </a:extLst>
            </p:cNvPr>
            <p:cNvSpPr txBox="1"/>
            <p:nvPr/>
          </p:nvSpPr>
          <p:spPr>
            <a:xfrm>
              <a:off x="6302925" y="1981051"/>
              <a:ext cx="61222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原尺寸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5752B1-5918-557A-DF6B-CC4DC0B54377}"/>
                </a:ext>
              </a:extLst>
            </p:cNvPr>
            <p:cNvSpPr txBox="1"/>
            <p:nvPr/>
          </p:nvSpPr>
          <p:spPr>
            <a:xfrm>
              <a:off x="5205395" y="1986022"/>
              <a:ext cx="44026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1/2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1CE91FD-65CB-A531-2211-38667CF06E00}"/>
                </a:ext>
              </a:extLst>
            </p:cNvPr>
            <p:cNvSpPr txBox="1"/>
            <p:nvPr/>
          </p:nvSpPr>
          <p:spPr>
            <a:xfrm>
              <a:off x="7655205" y="1986022"/>
              <a:ext cx="270253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80EA5E91-A7E1-7CA4-176C-9943BC612F26}"/>
              </a:ext>
            </a:extLst>
          </p:cNvPr>
          <p:cNvSpPr/>
          <p:nvPr/>
        </p:nvSpPr>
        <p:spPr>
          <a:xfrm>
            <a:off x="5903944" y="3345267"/>
            <a:ext cx="720000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08EEC51-508E-ADA0-5944-32C4554AA962}"/>
              </a:ext>
            </a:extLst>
          </p:cNvPr>
          <p:cNvSpPr/>
          <p:nvPr/>
        </p:nvSpPr>
        <p:spPr>
          <a:xfrm>
            <a:off x="6236944" y="3588267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9940D3-58C2-2344-7B07-68B9E9C6577E}"/>
              </a:ext>
            </a:extLst>
          </p:cNvPr>
          <p:cNvSpPr/>
          <p:nvPr/>
        </p:nvSpPr>
        <p:spPr>
          <a:xfrm>
            <a:off x="7331497" y="3080903"/>
            <a:ext cx="1440000" cy="108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FE8613C-CFB1-4C63-20E8-EAE2F496F1F5}"/>
              </a:ext>
            </a:extLst>
          </p:cNvPr>
          <p:cNvSpPr/>
          <p:nvPr/>
        </p:nvSpPr>
        <p:spPr>
          <a:xfrm>
            <a:off x="7331497" y="3080903"/>
            <a:ext cx="720000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5F20B68-20C4-2D48-A4A0-C09A28E4F42C}"/>
              </a:ext>
            </a:extLst>
          </p:cNvPr>
          <p:cNvSpPr/>
          <p:nvPr/>
        </p:nvSpPr>
        <p:spPr>
          <a:xfrm>
            <a:off x="7309259" y="305866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45EFE2-0AD6-42CF-9667-00E6BD514CFE}"/>
              </a:ext>
            </a:extLst>
          </p:cNvPr>
          <p:cNvSpPr txBox="1"/>
          <p:nvPr/>
        </p:nvSpPr>
        <p:spPr>
          <a:xfrm>
            <a:off x="5958766" y="3557612"/>
            <a:ext cx="641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中心点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FD0D56C-DCF4-6EBC-6B0D-67C66EAF0A2A}"/>
              </a:ext>
            </a:extLst>
          </p:cNvPr>
          <p:cNvSpPr txBox="1"/>
          <p:nvPr/>
        </p:nvSpPr>
        <p:spPr>
          <a:xfrm>
            <a:off x="7257067" y="2758898"/>
            <a:ext cx="641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中心点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A055989-97E9-7BED-95F5-633E06B7392A}"/>
              </a:ext>
            </a:extLst>
          </p:cNvPr>
          <p:cNvCxnSpPr>
            <a:cxnSpLocks/>
            <a:endCxn id="42" idx="3"/>
          </p:cNvCxnSpPr>
          <p:nvPr/>
        </p:nvCxnSpPr>
        <p:spPr>
          <a:xfrm>
            <a:off x="6290944" y="3615267"/>
            <a:ext cx="693000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37FA74D-B951-6DA8-CBE0-7741A7267211}"/>
              </a:ext>
            </a:extLst>
          </p:cNvPr>
          <p:cNvCxnSpPr>
            <a:cxnSpLocks/>
            <a:endCxn id="42" idx="0"/>
          </p:cNvCxnSpPr>
          <p:nvPr/>
        </p:nvCxnSpPr>
        <p:spPr>
          <a:xfrm flipV="1">
            <a:off x="6261317" y="3075267"/>
            <a:ext cx="2627" cy="51300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782F131-BD79-36BE-95EA-D51EB8465A30}"/>
              </a:ext>
            </a:extLst>
          </p:cNvPr>
          <p:cNvCxnSpPr>
            <a:cxnSpLocks/>
          </p:cNvCxnSpPr>
          <p:nvPr/>
        </p:nvCxnSpPr>
        <p:spPr>
          <a:xfrm>
            <a:off x="7358251" y="3107903"/>
            <a:ext cx="1413246" cy="105300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4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2" grpId="0"/>
      <p:bldP spid="12" grpId="0"/>
      <p:bldP spid="14" grpId="0" animBg="1"/>
      <p:bldP spid="18" grpId="0"/>
      <p:bldP spid="19" grpId="0" animBg="1"/>
      <p:bldP spid="20" grpId="0"/>
      <p:bldP spid="40" grpId="0" animBg="1"/>
      <p:bldP spid="41" grpId="0" animBg="1"/>
      <p:bldP spid="46" grpId="0" animBg="1"/>
      <p:bldP spid="47" grpId="0" animBg="1"/>
      <p:bldP spid="48" grpId="0" animBg="1"/>
      <p:bldP spid="49" grpId="0"/>
      <p:bldP spid="5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91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183" y="2512078"/>
            <a:ext cx="2078218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(lv_colorwheel)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68366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37721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lv_colorwheel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57488"/>
            <a:ext cx="42152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UI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设计中，色环部件一般用作颜色选择器。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61505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44505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596009" y="2235654"/>
            <a:ext cx="198444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色环部件组成部分：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6F34BFE-A2B3-0CEF-8021-0FEEC323DC59}"/>
              </a:ext>
            </a:extLst>
          </p:cNvPr>
          <p:cNvGrpSpPr/>
          <p:nvPr/>
        </p:nvGrpSpPr>
        <p:grpSpPr>
          <a:xfrm>
            <a:off x="623718" y="2106158"/>
            <a:ext cx="3630782" cy="1867154"/>
            <a:chOff x="623718" y="2106158"/>
            <a:chExt cx="3630782" cy="186715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D179710-509B-A713-8F34-A5B9EFAA9539}"/>
                </a:ext>
              </a:extLst>
            </p:cNvPr>
            <p:cNvSpPr/>
            <p:nvPr/>
          </p:nvSpPr>
          <p:spPr>
            <a:xfrm>
              <a:off x="623718" y="2106158"/>
              <a:ext cx="3630782" cy="1867154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1814FEF-1A5C-C337-A3EE-0492CDAE6198}"/>
                </a:ext>
              </a:extLst>
            </p:cNvPr>
            <p:cNvSpPr txBox="1"/>
            <p:nvPr/>
          </p:nvSpPr>
          <p:spPr>
            <a:xfrm>
              <a:off x="2869615" y="3035870"/>
              <a:ext cx="82382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0xff0000</a:t>
              </a:r>
              <a:endParaRPr lang="zh-CN" altLang="en-US" sz="110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F6C788-DE4B-9864-24FC-5BB43FA700E6}"/>
                </a:ext>
              </a:extLst>
            </p:cNvPr>
            <p:cNvSpPr txBox="1"/>
            <p:nvPr/>
          </p:nvSpPr>
          <p:spPr>
            <a:xfrm>
              <a:off x="2869617" y="2667753"/>
              <a:ext cx="693714" cy="418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>
                  <a:solidFill>
                    <a:schemeClr val="bg2">
                      <a:lumMod val="1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红色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67EF4D-8582-A931-282F-E5A313E94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026" y="2611835"/>
              <a:ext cx="0" cy="90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C065DA4-528B-7729-41DB-B899A29C2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1120062" y="2428218"/>
              <a:ext cx="1202232" cy="1204488"/>
            </a:xfrm>
            <a:prstGeom prst="rect">
              <a:avLst/>
            </a:prstGeom>
          </p:spPr>
        </p:pic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3231009-40CC-E4E3-F470-C196CE8BF5F9}"/>
                </a:ext>
              </a:extLst>
            </p:cNvPr>
            <p:cNvSpPr/>
            <p:nvPr/>
          </p:nvSpPr>
          <p:spPr>
            <a:xfrm>
              <a:off x="1799575" y="3248180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254E4377-D113-C88B-A075-7AEA8FBA4AB2}"/>
                </a:ext>
              </a:extLst>
            </p:cNvPr>
            <p:cNvSpPr/>
            <p:nvPr/>
          </p:nvSpPr>
          <p:spPr>
            <a:xfrm>
              <a:off x="2648631" y="2794108"/>
              <a:ext cx="214634" cy="486177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433F7AD-6BDE-365B-E687-CE7D3EB132A6}"/>
              </a:ext>
            </a:extLst>
          </p:cNvPr>
          <p:cNvSpPr txBox="1"/>
          <p:nvPr/>
        </p:nvSpPr>
        <p:spPr>
          <a:xfrm>
            <a:off x="562145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旋钮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(LV_PART_KNOB)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D0ED17D-FC36-62A5-B386-31DD326C5241}"/>
              </a:ext>
            </a:extLst>
          </p:cNvPr>
          <p:cNvSpPr/>
          <p:nvPr/>
        </p:nvSpPr>
        <p:spPr>
          <a:xfrm>
            <a:off x="545106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5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2969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色环部件（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lv_colorwheel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471775"/>
            <a:ext cx="45754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*cw = lv_colorwheel_create( parent, knob_recolor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44427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：创建色环部件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21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95488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：设置当前选中颜色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132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287927"/>
            <a:ext cx="3838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lv_colorwheel_set_rgb(cw, lv_color_hex(0xff0000));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3CFE38-5E8F-CE77-26CE-127106B7FF25}"/>
              </a:ext>
            </a:extLst>
          </p:cNvPr>
          <p:cNvSpPr txBox="1"/>
          <p:nvPr/>
        </p:nvSpPr>
        <p:spPr>
          <a:xfrm>
            <a:off x="758580" y="2760144"/>
            <a:ext cx="24735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：获取当前选中颜色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8F01FF-11B9-773B-FB9A-12BA41889E97}"/>
              </a:ext>
            </a:extLst>
          </p:cNvPr>
          <p:cNvSpPr/>
          <p:nvPr/>
        </p:nvSpPr>
        <p:spPr>
          <a:xfrm>
            <a:off x="588179" y="293769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1" y="3881517"/>
            <a:ext cx="80742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lv_colorwheel_set_mode(cw, LV_COLORWHEEL_MODE_HUE/SATURATION/VALUE);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色相、饱和度、明度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lv_colorwheel_set_mode_fixed(cw, true);							   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固定色环模式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C79BCA-2FC5-0FE1-44C2-EAA7E638245B}"/>
              </a:ext>
            </a:extLst>
          </p:cNvPr>
          <p:cNvSpPr txBox="1"/>
          <p:nvPr/>
        </p:nvSpPr>
        <p:spPr>
          <a:xfrm>
            <a:off x="745880" y="3545229"/>
            <a:ext cx="2149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：设置色环模式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ABDB4BB-1458-B8F4-EEB3-95B266912CFF}"/>
              </a:ext>
            </a:extLst>
          </p:cNvPr>
          <p:cNvSpPr/>
          <p:nvPr/>
        </p:nvSpPr>
        <p:spPr>
          <a:xfrm>
            <a:off x="575479" y="372277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039CEB-D9E0-0097-8337-A28AA45F2CCB}"/>
              </a:ext>
            </a:extLst>
          </p:cNvPr>
          <p:cNvSpPr txBox="1"/>
          <p:nvPr/>
        </p:nvSpPr>
        <p:spPr>
          <a:xfrm>
            <a:off x="745881" y="3085452"/>
            <a:ext cx="219416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lv_colorwheel_get_rgb(cw);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0C2542-065D-3CD1-3547-5DBD9C108A45}"/>
              </a:ext>
            </a:extLst>
          </p:cNvPr>
          <p:cNvGrpSpPr/>
          <p:nvPr/>
        </p:nvGrpSpPr>
        <p:grpSpPr>
          <a:xfrm>
            <a:off x="5943601" y="1583497"/>
            <a:ext cx="2518069" cy="1868317"/>
            <a:chOff x="5943601" y="1583497"/>
            <a:chExt cx="2518069" cy="1868317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7869EDF-0604-A30F-7851-A2BBAC1EEDA0}"/>
                </a:ext>
              </a:extLst>
            </p:cNvPr>
            <p:cNvSpPr/>
            <p:nvPr/>
          </p:nvSpPr>
          <p:spPr>
            <a:xfrm>
              <a:off x="6893730" y="1590148"/>
              <a:ext cx="216000" cy="36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8A95611-E898-33EB-B852-23940133BBE3}"/>
                </a:ext>
              </a:extLst>
            </p:cNvPr>
            <p:cNvSpPr/>
            <p:nvPr/>
          </p:nvSpPr>
          <p:spPr>
            <a:xfrm>
              <a:off x="7097407" y="1590148"/>
              <a:ext cx="216000" cy="360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C468EC2-A734-6A89-5BF5-859949C99D7E}"/>
                </a:ext>
              </a:extLst>
            </p:cNvPr>
            <p:cNvSpPr/>
            <p:nvPr/>
          </p:nvSpPr>
          <p:spPr>
            <a:xfrm>
              <a:off x="7301084" y="1590148"/>
              <a:ext cx="216000" cy="360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7084E20-6E77-9837-1AD9-84AFFF6BE4B1}"/>
                </a:ext>
              </a:extLst>
            </p:cNvPr>
            <p:cNvSpPr/>
            <p:nvPr/>
          </p:nvSpPr>
          <p:spPr>
            <a:xfrm>
              <a:off x="7504761" y="1590148"/>
              <a:ext cx="216000" cy="360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75A9D34-69BB-F2EF-FE77-42CB13EE89F2}"/>
                </a:ext>
              </a:extLst>
            </p:cNvPr>
            <p:cNvSpPr/>
            <p:nvPr/>
          </p:nvSpPr>
          <p:spPr>
            <a:xfrm>
              <a:off x="7708438" y="1590148"/>
              <a:ext cx="216000" cy="36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6C87387-86DF-3888-4FEE-B4C13CCE365C}"/>
                </a:ext>
              </a:extLst>
            </p:cNvPr>
            <p:cNvSpPr/>
            <p:nvPr/>
          </p:nvSpPr>
          <p:spPr>
            <a:xfrm>
              <a:off x="7912115" y="1590148"/>
              <a:ext cx="216000" cy="36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663E261-DB51-D1BE-56FF-A346F0AA4C65}"/>
                </a:ext>
              </a:extLst>
            </p:cNvPr>
            <p:cNvSpPr/>
            <p:nvPr/>
          </p:nvSpPr>
          <p:spPr>
            <a:xfrm>
              <a:off x="8115791" y="1590148"/>
              <a:ext cx="216000" cy="36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71C2301-61EB-40D4-710A-F01D1FF87E57}"/>
                </a:ext>
              </a:extLst>
            </p:cNvPr>
            <p:cNvSpPr/>
            <p:nvPr/>
          </p:nvSpPr>
          <p:spPr>
            <a:xfrm>
              <a:off x="6893729" y="2902618"/>
              <a:ext cx="1448383" cy="360000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67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84C1841-DE98-8C07-B8E7-EC4D367E189F}"/>
                </a:ext>
              </a:extLst>
            </p:cNvPr>
            <p:cNvSpPr txBox="1"/>
            <p:nvPr/>
          </p:nvSpPr>
          <p:spPr>
            <a:xfrm>
              <a:off x="6053387" y="1583497"/>
              <a:ext cx="77286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色相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(H)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3212189-3191-096F-A706-BBA2EED907C1}"/>
                </a:ext>
              </a:extLst>
            </p:cNvPr>
            <p:cNvSpPr txBox="1"/>
            <p:nvPr/>
          </p:nvSpPr>
          <p:spPr>
            <a:xfrm>
              <a:off x="5943601" y="2235868"/>
              <a:ext cx="92709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饱和度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(S)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9EA1B70-54D2-8445-DF14-26A99BB95392}"/>
                </a:ext>
              </a:extLst>
            </p:cNvPr>
            <p:cNvSpPr txBox="1"/>
            <p:nvPr/>
          </p:nvSpPr>
          <p:spPr>
            <a:xfrm>
              <a:off x="6085137" y="2889168"/>
              <a:ext cx="772863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明度</a:t>
              </a:r>
              <a:r>
                <a:rPr lang="en-US" altLang="zh-CN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(V)</a:t>
              </a:r>
              <a:r>
                <a:rPr lang="zh-CN" altLang="en-US" sz="12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：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F835D83-4FA1-0E60-CB3B-EDDDA5552EF4}"/>
                </a:ext>
              </a:extLst>
            </p:cNvPr>
            <p:cNvSpPr txBox="1"/>
            <p:nvPr/>
          </p:nvSpPr>
          <p:spPr>
            <a:xfrm>
              <a:off x="8143687" y="2497760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低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C56BB77-136F-4C58-B5ED-6988057F30D2}"/>
                </a:ext>
              </a:extLst>
            </p:cNvPr>
            <p:cNvSpPr/>
            <p:nvPr/>
          </p:nvSpPr>
          <p:spPr>
            <a:xfrm>
              <a:off x="6896525" y="2245691"/>
              <a:ext cx="1448383" cy="360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88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98439C0-FBAC-475C-4A3E-AB10F9633859}"/>
                </a:ext>
              </a:extLst>
            </p:cNvPr>
            <p:cNvSpPr txBox="1"/>
            <p:nvPr/>
          </p:nvSpPr>
          <p:spPr>
            <a:xfrm>
              <a:off x="6803837" y="2497760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A8C3581-4B8B-A341-DC84-942E7E00FCA1}"/>
                </a:ext>
              </a:extLst>
            </p:cNvPr>
            <p:cNvSpPr txBox="1"/>
            <p:nvPr/>
          </p:nvSpPr>
          <p:spPr>
            <a:xfrm>
              <a:off x="8143687" y="3155836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低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8050CD4-B419-7BF6-B988-A3999FD8D73E}"/>
                </a:ext>
              </a:extLst>
            </p:cNvPr>
            <p:cNvSpPr txBox="1"/>
            <p:nvPr/>
          </p:nvSpPr>
          <p:spPr>
            <a:xfrm>
              <a:off x="6803837" y="3155836"/>
              <a:ext cx="317983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1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16" grpId="0"/>
      <p:bldP spid="17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018" y="1833326"/>
            <a:ext cx="258413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783" y="2512078"/>
            <a:ext cx="195121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(lv_btnmatrix)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37894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69697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00338"/>
            <a:ext cx="54153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按钮矩阵部件可以在不同的行和列中显示多个轻量级按钮。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65315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48315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61059" y="2280104"/>
            <a:ext cx="23414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按钮矩阵部件组成部分：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33F7AD-6BDE-365B-E687-CE7D3EB132A6}"/>
              </a:ext>
            </a:extLst>
          </p:cNvPr>
          <p:cNvSpPr txBox="1"/>
          <p:nvPr/>
        </p:nvSpPr>
        <p:spPr>
          <a:xfrm>
            <a:off x="565955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D0ED17D-FC36-62A5-B386-31DD326C5241}"/>
              </a:ext>
            </a:extLst>
          </p:cNvPr>
          <p:cNvSpPr/>
          <p:nvPr/>
        </p:nvSpPr>
        <p:spPr>
          <a:xfrm>
            <a:off x="548916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5AA2B47-0226-E533-3ACD-AF12289708B2}"/>
              </a:ext>
            </a:extLst>
          </p:cNvPr>
          <p:cNvGrpSpPr/>
          <p:nvPr/>
        </p:nvGrpSpPr>
        <p:grpSpPr>
          <a:xfrm>
            <a:off x="649118" y="1915447"/>
            <a:ext cx="3643482" cy="2269203"/>
            <a:chOff x="623718" y="1909097"/>
            <a:chExt cx="3643482" cy="226920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D179710-509B-A713-8F34-A5B9EFAA9539}"/>
                </a:ext>
              </a:extLst>
            </p:cNvPr>
            <p:cNvSpPr/>
            <p:nvPr/>
          </p:nvSpPr>
          <p:spPr>
            <a:xfrm>
              <a:off x="623718" y="1909097"/>
              <a:ext cx="3643482" cy="2269203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981A936-CD79-21A7-8F04-FED9D43B397A}"/>
                </a:ext>
              </a:extLst>
            </p:cNvPr>
            <p:cNvSpPr txBox="1"/>
            <p:nvPr/>
          </p:nvSpPr>
          <p:spPr>
            <a:xfrm>
              <a:off x="1043851" y="3048799"/>
              <a:ext cx="77280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输入密码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572F3F2-2FCA-00D9-8B84-1C2D7AA136D6}"/>
                </a:ext>
              </a:extLst>
            </p:cNvPr>
            <p:cNvSpPr/>
            <p:nvPr/>
          </p:nvSpPr>
          <p:spPr>
            <a:xfrm>
              <a:off x="869952" y="3450573"/>
              <a:ext cx="1074688" cy="2080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1AF69B5-BC8F-9CBB-A8BD-C9088B736BE7}"/>
                </a:ext>
              </a:extLst>
            </p:cNvPr>
            <p:cNvSpPr/>
            <p:nvPr/>
          </p:nvSpPr>
          <p:spPr>
            <a:xfrm>
              <a:off x="2409273" y="2141944"/>
              <a:ext cx="1616625" cy="1823832"/>
            </a:xfrm>
            <a:prstGeom prst="roundRect">
              <a:avLst>
                <a:gd name="adj" fmla="val 6229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8A423192-22D8-3F87-742C-A57F314DE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4029" y="2417927"/>
              <a:ext cx="792630" cy="632713"/>
            </a:xfrm>
            <a:prstGeom prst="rect">
              <a:avLst/>
            </a:prstGeom>
          </p:spPr>
        </p:pic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D2A8518-0E43-35FC-AD01-A8E5330BA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5826" y="2072113"/>
              <a:ext cx="0" cy="198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2B01305-18D1-FDEA-E42A-AC36CA402BE8}"/>
                </a:ext>
              </a:extLst>
            </p:cNvPr>
            <p:cNvSpPr txBox="1"/>
            <p:nvPr/>
          </p:nvSpPr>
          <p:spPr>
            <a:xfrm>
              <a:off x="1071284" y="3364508"/>
              <a:ext cx="717941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bg1">
                      <a:lumMod val="50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******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67EF4D-8582-A931-282F-E5A313E94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7262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420A9F1-CF05-F34E-13F1-74E5025CD135}"/>
                </a:ext>
              </a:extLst>
            </p:cNvPr>
            <p:cNvSpPr txBox="1"/>
            <p:nvPr/>
          </p:nvSpPr>
          <p:spPr>
            <a:xfrm>
              <a:off x="2547331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C5ED20-99B4-467A-F9AB-B58E7136F40D}"/>
                </a:ext>
              </a:extLst>
            </p:cNvPr>
            <p:cNvSpPr txBox="1"/>
            <p:nvPr/>
          </p:nvSpPr>
          <p:spPr>
            <a:xfrm>
              <a:off x="3065245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5DC2118-EAF0-7E47-2B3B-D761AD6FDF4B}"/>
                </a:ext>
              </a:extLst>
            </p:cNvPr>
            <p:cNvSpPr txBox="1"/>
            <p:nvPr/>
          </p:nvSpPr>
          <p:spPr>
            <a:xfrm>
              <a:off x="3583158" y="2170810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4ECA96A-E91B-AF92-D49B-301610EB1787}"/>
                </a:ext>
              </a:extLst>
            </p:cNvPr>
            <p:cNvSpPr txBox="1"/>
            <p:nvPr/>
          </p:nvSpPr>
          <p:spPr>
            <a:xfrm>
              <a:off x="2547331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9330517-0729-9D81-FF3B-A5990488D6E1}"/>
                </a:ext>
              </a:extLst>
            </p:cNvPr>
            <p:cNvSpPr txBox="1"/>
            <p:nvPr/>
          </p:nvSpPr>
          <p:spPr>
            <a:xfrm>
              <a:off x="3065245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5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039A26E-D05D-9BD9-2289-AC841271825C}"/>
                </a:ext>
              </a:extLst>
            </p:cNvPr>
            <p:cNvSpPr txBox="1"/>
            <p:nvPr/>
          </p:nvSpPr>
          <p:spPr>
            <a:xfrm>
              <a:off x="3583158" y="261139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6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AB5842A-347D-00FB-8721-70AD0F36349F}"/>
                </a:ext>
              </a:extLst>
            </p:cNvPr>
            <p:cNvSpPr txBox="1"/>
            <p:nvPr/>
          </p:nvSpPr>
          <p:spPr>
            <a:xfrm>
              <a:off x="2547331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7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796D5F1-78E1-E906-4F9D-944FA40FDE5D}"/>
                </a:ext>
              </a:extLst>
            </p:cNvPr>
            <p:cNvSpPr txBox="1"/>
            <p:nvPr/>
          </p:nvSpPr>
          <p:spPr>
            <a:xfrm>
              <a:off x="3065245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05F1E25-FF8A-621B-FE5D-0BE5F50306E6}"/>
                </a:ext>
              </a:extLst>
            </p:cNvPr>
            <p:cNvSpPr txBox="1"/>
            <p:nvPr/>
          </p:nvSpPr>
          <p:spPr>
            <a:xfrm>
              <a:off x="3583158" y="3042261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9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547684D-647C-56F8-BCF4-09B85273C760}"/>
                </a:ext>
              </a:extLst>
            </p:cNvPr>
            <p:cNvSpPr txBox="1"/>
            <p:nvPr/>
          </p:nvSpPr>
          <p:spPr>
            <a:xfrm>
              <a:off x="2489690" y="3499814"/>
              <a:ext cx="4547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删除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CBF33A9-A010-A3F9-53AF-42F3FB24130D}"/>
                </a:ext>
              </a:extLst>
            </p:cNvPr>
            <p:cNvSpPr txBox="1"/>
            <p:nvPr/>
          </p:nvSpPr>
          <p:spPr>
            <a:xfrm>
              <a:off x="3065245" y="3454277"/>
              <a:ext cx="314040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89D730A-02FF-66D8-A09C-0EB27C1DFB49}"/>
                </a:ext>
              </a:extLst>
            </p:cNvPr>
            <p:cNvSpPr txBox="1"/>
            <p:nvPr/>
          </p:nvSpPr>
          <p:spPr>
            <a:xfrm>
              <a:off x="3512817" y="3505709"/>
              <a:ext cx="45472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返回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1507ECC5-EF26-6422-4C0C-1D5239667C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1020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2205B29-AF59-E334-F3AD-8547E591BF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777" y="2517610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A920A0F-9847-6CBB-1F63-BE5F37B694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5807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DA09801-2B8A-415C-900D-94CD72F791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9565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E2312FA-18FF-CBE5-3635-02210B5C2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3322" y="2950351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8C52663-440E-55DC-C8A4-D054F276E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5807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C761D7B-E225-9E31-3688-AB4FCFC3B9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9565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5A2D781-80B7-5447-3B2A-94A59FBFFC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3322" y="339361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3B00BF1-DBE2-2B01-DBF7-7B8B003E4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9565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8D0F9B9E-CD0C-D298-ED15-CCD3F4CDC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2157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F1816CF-1C87-C9FD-4570-1F383C993E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9672" y="3802142"/>
              <a:ext cx="3600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46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07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696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408275"/>
            <a:ext cx="35276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*btnm = lv_btnmatrix_create(parent);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080927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：创建按钮矩阵部件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258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840584"/>
            <a:ext cx="2613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：设置按钮数量、文本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0181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173627"/>
            <a:ext cx="77885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 const char *map[] = { "btn1", "\n", "btn2", "btn3", "" };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定义按钮数组，最后一个元素必须为空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lv_btnmatrix_set_map(btnm, map);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设置按钮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1" y="3214767"/>
            <a:ext cx="790916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lv_btnmatrix_set_btn_width(btnm, id, width);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(id)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开始，宽度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1~7 (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默认为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1 )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C79BCA-2FC5-0FE1-44C2-EAA7E638245B}"/>
              </a:ext>
            </a:extLst>
          </p:cNvPr>
          <p:cNvSpPr txBox="1"/>
          <p:nvPr/>
        </p:nvSpPr>
        <p:spPr>
          <a:xfrm>
            <a:off x="745880" y="2878479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：设置按钮相对宽度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ABDB4BB-1458-B8F4-EEB3-95B266912CFF}"/>
              </a:ext>
            </a:extLst>
          </p:cNvPr>
          <p:cNvSpPr/>
          <p:nvPr/>
        </p:nvSpPr>
        <p:spPr>
          <a:xfrm>
            <a:off x="575479" y="30560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3590F3-4A4A-16BE-3D00-1F7C35297CDF}"/>
              </a:ext>
            </a:extLst>
          </p:cNvPr>
          <p:cNvSpPr txBox="1"/>
          <p:nvPr/>
        </p:nvSpPr>
        <p:spPr>
          <a:xfrm>
            <a:off x="758581" y="3984457"/>
            <a:ext cx="58263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lv_btnmatrix_get_selected_btn(btnm);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lv_btnmatrix_get_btn_text(btnm, id);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870B64-4DE2-DFAD-222C-40EFF516CB1E}"/>
              </a:ext>
            </a:extLst>
          </p:cNvPr>
          <p:cNvSpPr txBox="1"/>
          <p:nvPr/>
        </p:nvSpPr>
        <p:spPr>
          <a:xfrm>
            <a:off x="745880" y="3648169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：获取按钮索引、文本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54F4509-2D21-D13F-7830-251C992234F4}"/>
              </a:ext>
            </a:extLst>
          </p:cNvPr>
          <p:cNvSpPr/>
          <p:nvPr/>
        </p:nvSpPr>
        <p:spPr>
          <a:xfrm>
            <a:off x="575479" y="382571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49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16" grpId="0"/>
      <p:bldP spid="17" grpId="0"/>
      <p:bldP spid="21" grpId="0" animBg="1"/>
      <p:bldP spid="2" grpId="0"/>
      <p:bldP spid="3" grpId="0"/>
      <p:bldP spid="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696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按钮矩阵部件（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lv_btnmatrix</a:t>
            </a: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440025"/>
            <a:ext cx="68804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lv_btnmatrix_set_btn_ctrl(btnm, id, LV_BTNMATRIX_CTRL_...);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设置单个按钮属性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lv_btnmatrix_clear_btn_ctrl(btnm, id, LV_BTNMATRIX_CTRL_...);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清除单个按钮属性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lv_btnmatrix_set_btn_ctrl_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all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(btnm, LV_BTNMATRIX_CTRL_...);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设置所有按钮属性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12677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：设置、清除按钮属性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290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3847184"/>
            <a:ext cx="24545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：设置单次选中属性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40247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4180227"/>
            <a:ext cx="8175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lv_btnmatrix_set_one_checked(btnm, true);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注意：需要先设置允许状态切换属性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CF7C48-20F2-7B03-0BBC-2CE8D2CDF150}"/>
              </a:ext>
            </a:extLst>
          </p:cNvPr>
          <p:cNvSpPr txBox="1"/>
          <p:nvPr/>
        </p:nvSpPr>
        <p:spPr>
          <a:xfrm>
            <a:off x="808547" y="2423219"/>
            <a:ext cx="7471853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enum 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{</a:t>
            </a: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LV_BTNMATRIX_CTRL_HIDDEN,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隐藏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LV_BTNMATRIX_CTRL_DISABLED,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失能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LV_BTNMATRIX_CTRL_CHECKABLE, 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允许状态切换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LV_BTNMATRIX_CTRL_RECOLOR,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允许文本重新着色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};</a:t>
            </a:r>
            <a:endParaRPr lang="en-US" altLang="zh-CN" sz="1200"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369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1833326"/>
            <a:ext cx="2606031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433" y="2512078"/>
            <a:ext cx="17429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80670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327152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00338"/>
            <a:ext cx="56439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文本区域部件即文本输入框，用户可以在其中输入文本内容。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507109" y="23177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337109" y="24952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215009" y="1797504"/>
            <a:ext cx="23414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文本区域部件组成部分：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33F7AD-6BDE-365B-E687-CE7D3EB132A6}"/>
              </a:ext>
            </a:extLst>
          </p:cNvPr>
          <p:cNvSpPr txBox="1"/>
          <p:nvPr/>
        </p:nvSpPr>
        <p:spPr>
          <a:xfrm>
            <a:off x="5513509" y="2683394"/>
            <a:ext cx="26899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D0ED17D-FC36-62A5-B386-31DD326C5241}"/>
              </a:ext>
            </a:extLst>
          </p:cNvPr>
          <p:cNvSpPr/>
          <p:nvPr/>
        </p:nvSpPr>
        <p:spPr>
          <a:xfrm>
            <a:off x="5343110" y="28625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D179710-509B-A713-8F34-A5B9EFAA9539}"/>
              </a:ext>
            </a:extLst>
          </p:cNvPr>
          <p:cNvSpPr/>
          <p:nvPr/>
        </p:nvSpPr>
        <p:spPr>
          <a:xfrm>
            <a:off x="649118" y="1933351"/>
            <a:ext cx="3840332" cy="222452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572F3F2-2FCA-00D9-8B84-1C2D7AA136D6}"/>
              </a:ext>
            </a:extLst>
          </p:cNvPr>
          <p:cNvSpPr/>
          <p:nvPr/>
        </p:nvSpPr>
        <p:spPr>
          <a:xfrm>
            <a:off x="2267747" y="2927304"/>
            <a:ext cx="1887533" cy="295978"/>
          </a:xfrm>
          <a:prstGeom prst="roundRect">
            <a:avLst>
              <a:gd name="adj" fmla="val 1887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</a:t>
            </a:r>
            <a:r>
              <a:rPr lang="zh-CN" altLang="en-US" sz="10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</a:t>
            </a:r>
            <a:endParaRPr lang="zh-CN" altLang="en-US" sz="120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8A423192-22D8-3F87-742C-A57F314DE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03" y="2622905"/>
            <a:ext cx="674312" cy="538266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80DC7FA-D6A5-CD7C-7079-31506479A6FF}"/>
              </a:ext>
            </a:extLst>
          </p:cNvPr>
          <p:cNvSpPr/>
          <p:nvPr/>
        </p:nvSpPr>
        <p:spPr>
          <a:xfrm>
            <a:off x="2267747" y="2469884"/>
            <a:ext cx="1887533" cy="295978"/>
          </a:xfrm>
          <a:prstGeom prst="roundRect">
            <a:avLst>
              <a:gd name="adj" fmla="val 1887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abcd@163.com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2846286-0384-FC79-EF27-68578CF26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853" y="3021705"/>
            <a:ext cx="163977" cy="12016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1088842D-A62A-7D6B-4425-67D938454B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9574" y="2559342"/>
            <a:ext cx="126000" cy="12600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72A9ADF8-6B37-0589-A829-3A30BBA7FD34}"/>
              </a:ext>
            </a:extLst>
          </p:cNvPr>
          <p:cNvSpPr txBox="1"/>
          <p:nvPr/>
        </p:nvSpPr>
        <p:spPr>
          <a:xfrm>
            <a:off x="894262" y="3127945"/>
            <a:ext cx="833694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8829115-D172-66CE-651D-B077B74C3615}"/>
              </a:ext>
            </a:extLst>
          </p:cNvPr>
          <p:cNvSpPr/>
          <p:nvPr/>
        </p:nvSpPr>
        <p:spPr>
          <a:xfrm>
            <a:off x="2412337" y="3451395"/>
            <a:ext cx="1571839" cy="27826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ea typeface="思源黑体 CN Normal" panose="020B040000000000000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6046221-2D7C-08F4-242A-73962F072FB5}"/>
              </a:ext>
            </a:extLst>
          </p:cNvPr>
          <p:cNvSpPr txBox="1"/>
          <p:nvPr/>
        </p:nvSpPr>
        <p:spPr>
          <a:xfrm>
            <a:off x="2952966" y="3393381"/>
            <a:ext cx="500772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登录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DFEAECE-1180-C3F4-3110-4467C4D87E92}"/>
              </a:ext>
            </a:extLst>
          </p:cNvPr>
          <p:cNvCxnSpPr>
            <a:cxnSpLocks/>
          </p:cNvCxnSpPr>
          <p:nvPr/>
        </p:nvCxnSpPr>
        <p:spPr>
          <a:xfrm flipV="1">
            <a:off x="1937362" y="2153204"/>
            <a:ext cx="0" cy="180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82">
            <a:extLst>
              <a:ext uri="{FF2B5EF4-FFF2-40B4-BE49-F238E27FC236}">
                <a16:creationId xmlns:a16="http://schemas.microsoft.com/office/drawing/2014/main" id="{60D3821F-3287-6C18-8BC3-352C3D8C4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139" y="3001378"/>
            <a:ext cx="129285" cy="144000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1994B4F5-0B12-9A43-C212-D4E4FE9DC0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6139" y="2543342"/>
            <a:ext cx="130623" cy="144000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7EC97760-FC99-F6F5-36E1-38900FF6ADA6}"/>
              </a:ext>
            </a:extLst>
          </p:cNvPr>
          <p:cNvSpPr txBox="1"/>
          <p:nvPr/>
        </p:nvSpPr>
        <p:spPr>
          <a:xfrm>
            <a:off x="5520631" y="3049084"/>
            <a:ext cx="26899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所选文本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(LV_PART_SELECTED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5BF62722-1018-0990-F150-8CB41F4E4F8B}"/>
              </a:ext>
            </a:extLst>
          </p:cNvPr>
          <p:cNvSpPr/>
          <p:nvPr/>
        </p:nvSpPr>
        <p:spPr>
          <a:xfrm>
            <a:off x="5350631" y="322980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2A218A9-4B97-DA30-15C6-1CF9B3FFFF84}"/>
              </a:ext>
            </a:extLst>
          </p:cNvPr>
          <p:cNvSpPr txBox="1"/>
          <p:nvPr/>
        </p:nvSpPr>
        <p:spPr>
          <a:xfrm>
            <a:off x="5527031" y="3414774"/>
            <a:ext cx="217193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(LV_PART_CURSOR)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3F4A148D-C0B7-015C-46EF-5FF8363E939B}"/>
              </a:ext>
            </a:extLst>
          </p:cNvPr>
          <p:cNvSpPr/>
          <p:nvPr/>
        </p:nvSpPr>
        <p:spPr>
          <a:xfrm>
            <a:off x="5356632" y="359708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647A533-C424-BF40-A2A7-E943CDC35010}"/>
              </a:ext>
            </a:extLst>
          </p:cNvPr>
          <p:cNvSpPr txBox="1"/>
          <p:nvPr/>
        </p:nvSpPr>
        <p:spPr>
          <a:xfrm>
            <a:off x="5527031" y="3780466"/>
            <a:ext cx="30835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占位符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(TEXTAREA_PLACEHOLDER)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0E118281-CD29-C99F-88FE-62499CFC63A3}"/>
              </a:ext>
            </a:extLst>
          </p:cNvPr>
          <p:cNvSpPr/>
          <p:nvPr/>
        </p:nvSpPr>
        <p:spPr>
          <a:xfrm>
            <a:off x="5356632" y="396436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B74F8BDE-4822-70E8-0E70-5FA1B8392B3A}"/>
              </a:ext>
            </a:extLst>
          </p:cNvPr>
          <p:cNvCxnSpPr/>
          <p:nvPr/>
        </p:nvCxnSpPr>
        <p:spPr>
          <a:xfrm>
            <a:off x="3584982" y="2545725"/>
            <a:ext cx="0" cy="14400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0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  <p:bldP spid="3" grpId="0" animBg="1"/>
      <p:bldP spid="14" grpId="0" animBg="1"/>
      <p:bldP spid="26" grpId="0" animBg="1"/>
      <p:bldP spid="40" grpId="0"/>
      <p:bldP spid="42" grpId="0" animBg="1"/>
      <p:bldP spid="43" grpId="0"/>
      <p:bldP spid="86" grpId="0"/>
      <p:bldP spid="87" grpId="0" animBg="1"/>
      <p:bldP spid="88" grpId="0"/>
      <p:bldP spid="89" grpId="0" animBg="1"/>
      <p:bldP spid="90" grpId="0"/>
      <p:bldP spid="9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09875"/>
            <a:ext cx="3165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*ta = lv_textarea_create(parent);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82527"/>
            <a:ext cx="2486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：创建文本区域部件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60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954884"/>
            <a:ext cx="17433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：添加文本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132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287927"/>
            <a:ext cx="6569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lv_textarea_add_char(ta, 'A');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添加一个字符到当前光标处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lv_textarea_add_text(ta, "BCDEF");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添加字符串到当前光标处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3754339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：设置光标位置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9318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0" y="4087382"/>
            <a:ext cx="82889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lv_textarea_set_cursor_pos(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ta</a:t>
            </a:r>
            <a:r>
              <a:rPr lang="pt-BR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0);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：最左侧，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LV_TEXTAREA_CURSOR_LAST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：最右侧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13186F-D2C8-B3D4-1AC4-7D7382974F7B}"/>
              </a:ext>
            </a:extLst>
          </p:cNvPr>
          <p:cNvSpPr txBox="1"/>
          <p:nvPr/>
        </p:nvSpPr>
        <p:spPr>
          <a:xfrm>
            <a:off x="733180" y="2961512"/>
            <a:ext cx="65693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*keyboard = lv_keyboard_create(lv_scr_act());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创建键盘部件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lv_keyboard_set_textarea(keyboard, ta);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关联键盘和文本区域部件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40538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  <p:bldP spid="2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62189-34BE-792D-C5E9-D8A2B3AF47E9}"/>
              </a:ext>
            </a:extLst>
          </p:cNvPr>
          <p:cNvSpPr txBox="1"/>
          <p:nvPr/>
        </p:nvSpPr>
        <p:spPr>
          <a:xfrm>
            <a:off x="758581" y="1512967"/>
            <a:ext cx="683601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lv_textarea_del_char(ta);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删除光标左侧的一个字符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lv_textarea_del_char_forward(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ta</a:t>
            </a: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删除光标右侧的一个字符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C79BCA-2FC5-0FE1-44C2-EAA7E638245B}"/>
              </a:ext>
            </a:extLst>
          </p:cNvPr>
          <p:cNvSpPr txBox="1"/>
          <p:nvPr/>
        </p:nvSpPr>
        <p:spPr>
          <a:xfrm>
            <a:off x="745880" y="1176679"/>
            <a:ext cx="1794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：删除文本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ABDB4BB-1458-B8F4-EEB3-95B266912CFF}"/>
              </a:ext>
            </a:extLst>
          </p:cNvPr>
          <p:cNvSpPr/>
          <p:nvPr/>
        </p:nvSpPr>
        <p:spPr>
          <a:xfrm>
            <a:off x="575479" y="135422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FEB2F2-95F2-C7B5-E731-F992667DA399}"/>
              </a:ext>
            </a:extLst>
          </p:cNvPr>
          <p:cNvSpPr txBox="1"/>
          <p:nvPr/>
        </p:nvSpPr>
        <p:spPr>
          <a:xfrm>
            <a:off x="758581" y="2554448"/>
            <a:ext cx="7121769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lv_textarea_set_one_line(ta, true);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单行模式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lv_textarea_set_password_mode(ta, true);</a:t>
            </a:r>
            <a:r>
              <a:rPr lang="es-E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密码模式（隐藏输入的内容）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lv_textarea_set_password_show_time(ta, 100);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密码显示时间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81887C-CC01-8124-8C57-10B240DD8319}"/>
              </a:ext>
            </a:extLst>
          </p:cNvPr>
          <p:cNvSpPr txBox="1"/>
          <p:nvPr/>
        </p:nvSpPr>
        <p:spPr>
          <a:xfrm>
            <a:off x="745880" y="2218160"/>
            <a:ext cx="1794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：设置模式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1FE983E-D197-21A0-3A92-FE6F585AD066}"/>
              </a:ext>
            </a:extLst>
          </p:cNvPr>
          <p:cNvSpPr/>
          <p:nvPr/>
        </p:nvSpPr>
        <p:spPr>
          <a:xfrm>
            <a:off x="575479" y="239570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872905-CF30-F85D-4550-3BB1A10195CC}"/>
              </a:ext>
            </a:extLst>
          </p:cNvPr>
          <p:cNvSpPr txBox="1"/>
          <p:nvPr/>
        </p:nvSpPr>
        <p:spPr>
          <a:xfrm>
            <a:off x="758581" y="3873193"/>
            <a:ext cx="6308969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lv_textarea_set_accepted_chars(ta,"0123456789");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限制接收的字符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lv_textarea_set_max_length(ta,6);			 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限制字符长度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4EF037-7A4C-D112-145D-99782756923A}"/>
              </a:ext>
            </a:extLst>
          </p:cNvPr>
          <p:cNvSpPr txBox="1"/>
          <p:nvPr/>
        </p:nvSpPr>
        <p:spPr>
          <a:xfrm>
            <a:off x="745880" y="3536905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：限制字符输入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37F94CC-F57A-2EE1-9401-C93BC928C821}"/>
              </a:ext>
            </a:extLst>
          </p:cNvPr>
          <p:cNvSpPr/>
          <p:nvPr/>
        </p:nvSpPr>
        <p:spPr>
          <a:xfrm>
            <a:off x="575479" y="371445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40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 animBg="1"/>
      <p:bldP spid="2" grpId="0"/>
      <p:bldP spid="3" grpId="0"/>
      <p:bldP spid="7" grpId="0" animBg="1"/>
      <p:bldP spid="23" grpId="0"/>
      <p:bldP spid="24" grpId="0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34595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文本区域部件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(lv_textarea)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865475"/>
            <a:ext cx="6048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lv_textarea_set_placeholder_text(ta, "password");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		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提示输入密码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538127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：设置占位符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715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456534"/>
            <a:ext cx="17687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：获取文本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6340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789577"/>
            <a:ext cx="62581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const char *txt = lv_textarea_get_text(ta);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获取文本框文本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02C352-A889-4441-9AE5-20CE4AC28A83}"/>
              </a:ext>
            </a:extLst>
          </p:cNvPr>
          <p:cNvSpPr txBox="1"/>
          <p:nvPr/>
        </p:nvSpPr>
        <p:spPr>
          <a:xfrm>
            <a:off x="745880" y="3363706"/>
            <a:ext cx="21116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：比对文本内容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33711FC-700E-40AE-B17C-E8EF1E4F7192}"/>
              </a:ext>
            </a:extLst>
          </p:cNvPr>
          <p:cNvSpPr/>
          <p:nvPr/>
        </p:nvSpPr>
        <p:spPr>
          <a:xfrm>
            <a:off x="575479" y="354125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6691B94-DE0B-4D0B-9230-059A8AEAA2BF}"/>
              </a:ext>
            </a:extLst>
          </p:cNvPr>
          <p:cNvSpPr txBox="1"/>
          <p:nvPr/>
        </p:nvSpPr>
        <p:spPr>
          <a:xfrm>
            <a:off x="733180" y="3696749"/>
            <a:ext cx="6435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strcmp(const char *s1,const char *s2);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s1=s2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时，返回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11114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21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269" y="1833326"/>
            <a:ext cx="1834832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083" y="2512078"/>
            <a:ext cx="17429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65231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8" y="466454"/>
            <a:ext cx="298638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2" y="1043188"/>
            <a:ext cx="619644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键盘部件可用于输入文本内容，其本质上就是一个特殊的按钮矩阵。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6104009" y="28765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934009" y="30540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811910" y="2280104"/>
            <a:ext cx="2007638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键盘部件组成部分：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33F7AD-6BDE-365B-E687-CE7D3EB132A6}"/>
              </a:ext>
            </a:extLst>
          </p:cNvPr>
          <p:cNvSpPr txBox="1"/>
          <p:nvPr/>
        </p:nvSpPr>
        <p:spPr>
          <a:xfrm>
            <a:off x="6110409" y="3245777"/>
            <a:ext cx="202670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D0ED17D-FC36-62A5-B386-31DD326C5241}"/>
              </a:ext>
            </a:extLst>
          </p:cNvPr>
          <p:cNvSpPr/>
          <p:nvPr/>
        </p:nvSpPr>
        <p:spPr>
          <a:xfrm>
            <a:off x="5940010" y="34296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7AE539F-DC36-4A2C-9421-2AC52CA01CE0}"/>
              </a:ext>
            </a:extLst>
          </p:cNvPr>
          <p:cNvSpPr/>
          <p:nvPr/>
        </p:nvSpPr>
        <p:spPr>
          <a:xfrm>
            <a:off x="642768" y="1701800"/>
            <a:ext cx="4488032" cy="2740296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E0740A00-EFB3-4C59-9E75-483613BD2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364" y="2083585"/>
            <a:ext cx="585874" cy="467671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7EB4E97A-604E-449F-8F17-D81998CDD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553" y="2605569"/>
            <a:ext cx="163977" cy="12016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831678F3-E739-4042-8056-3E65F33E12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6924" y="2143206"/>
            <a:ext cx="126000" cy="126000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AD7F7F52-319D-44FD-90B0-6BEDF54BD36A}"/>
              </a:ext>
            </a:extLst>
          </p:cNvPr>
          <p:cNvSpPr txBox="1"/>
          <p:nvPr/>
        </p:nvSpPr>
        <p:spPr>
          <a:xfrm>
            <a:off x="1213084" y="2484210"/>
            <a:ext cx="83878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用户登录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55E05E51-B270-432F-BB71-EEE1BA8C69D2}"/>
              </a:ext>
            </a:extLst>
          </p:cNvPr>
          <p:cNvCxnSpPr>
            <a:cxnSpLocks/>
          </p:cNvCxnSpPr>
          <p:nvPr/>
        </p:nvCxnSpPr>
        <p:spPr>
          <a:xfrm flipV="1">
            <a:off x="2299312" y="1991068"/>
            <a:ext cx="0" cy="90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>
            <a:extLst>
              <a:ext uri="{FF2B5EF4-FFF2-40B4-BE49-F238E27FC236}">
                <a16:creationId xmlns:a16="http://schemas.microsoft.com/office/drawing/2014/main" id="{1353BAE0-D573-49BF-B564-DD31AC3AD4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7290" y="2578892"/>
            <a:ext cx="145445" cy="1620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A7EBEF3A-8A74-48ED-9DD6-557ABAF4E9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3639" y="2114506"/>
            <a:ext cx="146951" cy="162000"/>
          </a:xfrm>
          <a:prstGeom prst="rect">
            <a:avLst/>
          </a:prstGeom>
        </p:spPr>
      </p:pic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65CB2C5-25B8-4056-B125-16AB31FC9F51}"/>
              </a:ext>
            </a:extLst>
          </p:cNvPr>
          <p:cNvCxnSpPr/>
          <p:nvPr/>
        </p:nvCxnSpPr>
        <p:spPr>
          <a:xfrm>
            <a:off x="3845332" y="2123239"/>
            <a:ext cx="0" cy="14400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63BF787-12F3-4890-9880-FE35745731AE}"/>
              </a:ext>
            </a:extLst>
          </p:cNvPr>
          <p:cNvSpPr/>
          <p:nvPr/>
        </p:nvSpPr>
        <p:spPr>
          <a:xfrm>
            <a:off x="808836" y="3060189"/>
            <a:ext cx="3746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1#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1A025F7-40EA-41C7-A04C-0EDD39FBEE4D}"/>
              </a:ext>
            </a:extLst>
          </p:cNvPr>
          <p:cNvSpPr/>
          <p:nvPr/>
        </p:nvSpPr>
        <p:spPr>
          <a:xfrm>
            <a:off x="125977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q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678D132-DC3D-4EEA-AA71-45E98474E125}"/>
              </a:ext>
            </a:extLst>
          </p:cNvPr>
          <p:cNvSpPr/>
          <p:nvPr/>
        </p:nvSpPr>
        <p:spPr>
          <a:xfrm>
            <a:off x="158518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w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76F68A7-4BC4-42A2-86F8-EF633F35969C}"/>
              </a:ext>
            </a:extLst>
          </p:cNvPr>
          <p:cNvSpPr/>
          <p:nvPr/>
        </p:nvSpPr>
        <p:spPr>
          <a:xfrm>
            <a:off x="191059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e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AA10CED0-DC26-4B73-9D51-80DB644F5C3A}"/>
              </a:ext>
            </a:extLst>
          </p:cNvPr>
          <p:cNvSpPr/>
          <p:nvPr/>
        </p:nvSpPr>
        <p:spPr>
          <a:xfrm>
            <a:off x="223600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r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EC00E04C-09B0-4CD1-8179-E118085AFB6E}"/>
              </a:ext>
            </a:extLst>
          </p:cNvPr>
          <p:cNvSpPr/>
          <p:nvPr/>
        </p:nvSpPr>
        <p:spPr>
          <a:xfrm>
            <a:off x="256141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06142DA-E7C0-4EF9-B3CD-3085E7C3BC12}"/>
              </a:ext>
            </a:extLst>
          </p:cNvPr>
          <p:cNvSpPr/>
          <p:nvPr/>
        </p:nvSpPr>
        <p:spPr>
          <a:xfrm>
            <a:off x="288682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y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69A2A658-0771-493D-811E-C6B910E83002}"/>
              </a:ext>
            </a:extLst>
          </p:cNvPr>
          <p:cNvSpPr/>
          <p:nvPr/>
        </p:nvSpPr>
        <p:spPr>
          <a:xfrm>
            <a:off x="321223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u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072B038C-B101-4700-81AE-28F2953E55B3}"/>
              </a:ext>
            </a:extLst>
          </p:cNvPr>
          <p:cNvSpPr/>
          <p:nvPr/>
        </p:nvSpPr>
        <p:spPr>
          <a:xfrm>
            <a:off x="3537643" y="3060189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E4DDC96F-9687-4306-9ABF-5B1E774EAE5C}"/>
              </a:ext>
            </a:extLst>
          </p:cNvPr>
          <p:cNvSpPr/>
          <p:nvPr/>
        </p:nvSpPr>
        <p:spPr>
          <a:xfrm>
            <a:off x="3863053" y="306573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o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4C12DC09-5D53-4CBC-A7FA-D8A421DDE5FD}"/>
              </a:ext>
            </a:extLst>
          </p:cNvPr>
          <p:cNvSpPr/>
          <p:nvPr/>
        </p:nvSpPr>
        <p:spPr>
          <a:xfrm>
            <a:off x="4188461" y="306573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CF56B574-AD85-495A-B218-F1DD2F2E3921}"/>
              </a:ext>
            </a:extLst>
          </p:cNvPr>
          <p:cNvSpPr/>
          <p:nvPr/>
        </p:nvSpPr>
        <p:spPr>
          <a:xfrm>
            <a:off x="4521421" y="3064382"/>
            <a:ext cx="461491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F2F97BC5-41A9-4F59-9E40-0B29F059DAED}"/>
              </a:ext>
            </a:extLst>
          </p:cNvPr>
          <p:cNvSpPr/>
          <p:nvPr/>
        </p:nvSpPr>
        <p:spPr>
          <a:xfrm>
            <a:off x="808836" y="3387927"/>
            <a:ext cx="5507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4067E28D-DBF5-4AE1-A6DD-BFE0ED9B9DBF}"/>
              </a:ext>
            </a:extLst>
          </p:cNvPr>
          <p:cNvSpPr/>
          <p:nvPr/>
        </p:nvSpPr>
        <p:spPr>
          <a:xfrm>
            <a:off x="143294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89BF333-F573-4853-80B3-3D6212D59924}"/>
              </a:ext>
            </a:extLst>
          </p:cNvPr>
          <p:cNvSpPr/>
          <p:nvPr/>
        </p:nvSpPr>
        <p:spPr>
          <a:xfrm>
            <a:off x="175835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s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4F025D5-BC9C-4BB9-9C2F-99672AF008BD}"/>
              </a:ext>
            </a:extLst>
          </p:cNvPr>
          <p:cNvSpPr/>
          <p:nvPr/>
        </p:nvSpPr>
        <p:spPr>
          <a:xfrm>
            <a:off x="208376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d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A89F3A99-2293-4D1D-9949-8CF818FB14F5}"/>
              </a:ext>
            </a:extLst>
          </p:cNvPr>
          <p:cNvSpPr/>
          <p:nvPr/>
        </p:nvSpPr>
        <p:spPr>
          <a:xfrm>
            <a:off x="240917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841A7744-488A-4D60-BBE0-A70AF6555023}"/>
              </a:ext>
            </a:extLst>
          </p:cNvPr>
          <p:cNvSpPr/>
          <p:nvPr/>
        </p:nvSpPr>
        <p:spPr>
          <a:xfrm>
            <a:off x="273458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g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4C2939AA-9454-4AC2-8BE6-42CBDAE7F7D3}"/>
              </a:ext>
            </a:extLst>
          </p:cNvPr>
          <p:cNvSpPr/>
          <p:nvPr/>
        </p:nvSpPr>
        <p:spPr>
          <a:xfrm>
            <a:off x="305999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h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6AD4D1E2-C4EF-4703-8D1E-1FD0E25742C4}"/>
              </a:ext>
            </a:extLst>
          </p:cNvPr>
          <p:cNvSpPr/>
          <p:nvPr/>
        </p:nvSpPr>
        <p:spPr>
          <a:xfrm>
            <a:off x="338540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j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8957563C-F825-4D7F-86B3-FCC50E573710}"/>
              </a:ext>
            </a:extLst>
          </p:cNvPr>
          <p:cNvSpPr/>
          <p:nvPr/>
        </p:nvSpPr>
        <p:spPr>
          <a:xfrm>
            <a:off x="3710816" y="3387927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k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4DB27A77-55D1-49C0-B50D-F25EB03549E5}"/>
              </a:ext>
            </a:extLst>
          </p:cNvPr>
          <p:cNvSpPr/>
          <p:nvPr/>
        </p:nvSpPr>
        <p:spPr>
          <a:xfrm>
            <a:off x="4036226" y="3393475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l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C255F072-EE5C-4086-8283-A719297DD2F8}"/>
              </a:ext>
            </a:extLst>
          </p:cNvPr>
          <p:cNvSpPr/>
          <p:nvPr/>
        </p:nvSpPr>
        <p:spPr>
          <a:xfrm>
            <a:off x="4372115" y="3392120"/>
            <a:ext cx="610797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1C02634E-BA88-427E-83E0-159956DA796F}"/>
              </a:ext>
            </a:extLst>
          </p:cNvPr>
          <p:cNvSpPr/>
          <p:nvPr/>
        </p:nvSpPr>
        <p:spPr>
          <a:xfrm>
            <a:off x="808836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2DF58CC9-DDED-42CA-815F-D95595550D0C}"/>
              </a:ext>
            </a:extLst>
          </p:cNvPr>
          <p:cNvSpPr/>
          <p:nvPr/>
        </p:nvSpPr>
        <p:spPr>
          <a:xfrm>
            <a:off x="1596363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z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5CCF45B7-BA3E-4B0B-AD4C-92D972D5DEFA}"/>
              </a:ext>
            </a:extLst>
          </p:cNvPr>
          <p:cNvSpPr/>
          <p:nvPr/>
        </p:nvSpPr>
        <p:spPr>
          <a:xfrm>
            <a:off x="192854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A5380C2B-4951-4BE2-BD79-E74843D2E81B}"/>
              </a:ext>
            </a:extLst>
          </p:cNvPr>
          <p:cNvSpPr/>
          <p:nvPr/>
        </p:nvSpPr>
        <p:spPr>
          <a:xfrm>
            <a:off x="225395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c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6F052D24-D1BE-47BD-9D37-24C15F866165}"/>
              </a:ext>
            </a:extLst>
          </p:cNvPr>
          <p:cNvSpPr/>
          <p:nvPr/>
        </p:nvSpPr>
        <p:spPr>
          <a:xfrm>
            <a:off x="257936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v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B7268EFE-636C-4304-B93A-CDC9983CB8DC}"/>
              </a:ext>
            </a:extLst>
          </p:cNvPr>
          <p:cNvSpPr/>
          <p:nvPr/>
        </p:nvSpPr>
        <p:spPr>
          <a:xfrm>
            <a:off x="290477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EC85F29D-9D39-4E1D-BD65-FE3703F4DCD1}"/>
              </a:ext>
            </a:extLst>
          </p:cNvPr>
          <p:cNvSpPr/>
          <p:nvPr/>
        </p:nvSpPr>
        <p:spPr>
          <a:xfrm>
            <a:off x="323018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1E225ED9-15CB-49B5-9994-B4A61D09C881}"/>
              </a:ext>
            </a:extLst>
          </p:cNvPr>
          <p:cNvSpPr/>
          <p:nvPr/>
        </p:nvSpPr>
        <p:spPr>
          <a:xfrm>
            <a:off x="3555596" y="3712662"/>
            <a:ext cx="252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m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35B0408B-CE08-407A-B590-099F254CFFF4}"/>
              </a:ext>
            </a:extLst>
          </p:cNvPr>
          <p:cNvSpPr/>
          <p:nvPr/>
        </p:nvSpPr>
        <p:spPr>
          <a:xfrm>
            <a:off x="4676912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16360388-73C8-4A10-BD4B-1CBDC11C0875}"/>
              </a:ext>
            </a:extLst>
          </p:cNvPr>
          <p:cNvSpPr/>
          <p:nvPr/>
        </p:nvSpPr>
        <p:spPr>
          <a:xfrm>
            <a:off x="1198773" y="3712662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964762F9-2F63-4544-A016-5E94F68C3CF7}"/>
              </a:ext>
            </a:extLst>
          </p:cNvPr>
          <p:cNvSpPr/>
          <p:nvPr/>
        </p:nvSpPr>
        <p:spPr>
          <a:xfrm>
            <a:off x="3893604" y="3710117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C2823BAA-5677-437B-98B8-AFDE8546866B}"/>
              </a:ext>
            </a:extLst>
          </p:cNvPr>
          <p:cNvSpPr/>
          <p:nvPr/>
        </p:nvSpPr>
        <p:spPr>
          <a:xfrm>
            <a:off x="4280596" y="3710117"/>
            <a:ext cx="306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B88AE753-8178-4DB3-BC64-27F4D374D417}"/>
              </a:ext>
            </a:extLst>
          </p:cNvPr>
          <p:cNvSpPr/>
          <p:nvPr/>
        </p:nvSpPr>
        <p:spPr>
          <a:xfrm>
            <a:off x="808836" y="4043176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#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CD589E0D-1364-4EAB-96E1-D7F1BCCBAF55}"/>
              </a:ext>
            </a:extLst>
          </p:cNvPr>
          <p:cNvSpPr/>
          <p:nvPr/>
        </p:nvSpPr>
        <p:spPr>
          <a:xfrm>
            <a:off x="1996296" y="4043176"/>
            <a:ext cx="1800000" cy="27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F8E6D9B5-D1E1-4832-8471-71572C9B8F8C}"/>
              </a:ext>
            </a:extLst>
          </p:cNvPr>
          <p:cNvSpPr/>
          <p:nvPr/>
        </p:nvSpPr>
        <p:spPr>
          <a:xfrm>
            <a:off x="4442912" y="4047369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√</a:t>
            </a: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672AD6B0-485C-4553-BEEE-66EB19DF710A}"/>
              </a:ext>
            </a:extLst>
          </p:cNvPr>
          <p:cNvSpPr/>
          <p:nvPr/>
        </p:nvSpPr>
        <p:spPr>
          <a:xfrm>
            <a:off x="1402144" y="4047251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&lt;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1097B6CF-EA6D-40E2-A360-675D30646676}"/>
              </a:ext>
            </a:extLst>
          </p:cNvPr>
          <p:cNvSpPr/>
          <p:nvPr/>
        </p:nvSpPr>
        <p:spPr>
          <a:xfrm>
            <a:off x="3849604" y="4043176"/>
            <a:ext cx="540000" cy="27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</a:rPr>
              <a:t>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0C4DEE1-1451-4B18-A8FE-8B0BA1F4E9C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90397" y="3478466"/>
            <a:ext cx="144000" cy="65079"/>
          </a:xfrm>
          <a:prstGeom prst="bentConnector3">
            <a:avLst>
              <a:gd name="adj1" fmla="val 995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箭头: 五边形 136">
            <a:extLst>
              <a:ext uri="{FF2B5EF4-FFF2-40B4-BE49-F238E27FC236}">
                <a16:creationId xmlns:a16="http://schemas.microsoft.com/office/drawing/2014/main" id="{2570D00A-FDB4-492F-B2A8-898AEE2FAFF7}"/>
              </a:ext>
            </a:extLst>
          </p:cNvPr>
          <p:cNvSpPr/>
          <p:nvPr/>
        </p:nvSpPr>
        <p:spPr>
          <a:xfrm flipH="1">
            <a:off x="4663983" y="3153888"/>
            <a:ext cx="172334" cy="96651"/>
          </a:xfrm>
          <a:prstGeom prst="homePlate">
            <a:avLst>
              <a:gd name="adj" fmla="val 49999"/>
            </a:avLst>
          </a:prstGeom>
          <a:solidFill>
            <a:srgbClr val="D9D9D9"/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F9652D69-7A20-4862-B1A7-E13032C9E3CC}"/>
              </a:ext>
            </a:extLst>
          </p:cNvPr>
          <p:cNvCxnSpPr/>
          <p:nvPr/>
        </p:nvCxnSpPr>
        <p:spPr>
          <a:xfrm flipV="1">
            <a:off x="4747039" y="3180717"/>
            <a:ext cx="43200" cy="4320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E6157564-A1D0-4B74-A4EB-B9235B63A408}"/>
              </a:ext>
            </a:extLst>
          </p:cNvPr>
          <p:cNvCxnSpPr>
            <a:cxnSpLocks/>
          </p:cNvCxnSpPr>
          <p:nvPr/>
        </p:nvCxnSpPr>
        <p:spPr>
          <a:xfrm flipH="1" flipV="1">
            <a:off x="4747038" y="3180774"/>
            <a:ext cx="43200" cy="4320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4DF2371-D49E-4AAB-9A4B-1C0905DB239C}"/>
              </a:ext>
            </a:extLst>
          </p:cNvPr>
          <p:cNvCxnSpPr/>
          <p:nvPr/>
        </p:nvCxnSpPr>
        <p:spPr>
          <a:xfrm>
            <a:off x="2884713" y="2311555"/>
            <a:ext cx="16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C8ECC937-2981-4067-8199-684BAFDFB07E}"/>
              </a:ext>
            </a:extLst>
          </p:cNvPr>
          <p:cNvSpPr txBox="1"/>
          <p:nvPr/>
        </p:nvSpPr>
        <p:spPr>
          <a:xfrm>
            <a:off x="2752041" y="2009450"/>
            <a:ext cx="1284181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abc@163.com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1082EEA-3003-4060-BF66-414341C141A8}"/>
              </a:ext>
            </a:extLst>
          </p:cNvPr>
          <p:cNvCxnSpPr/>
          <p:nvPr/>
        </p:nvCxnSpPr>
        <p:spPr>
          <a:xfrm>
            <a:off x="2884713" y="2754295"/>
            <a:ext cx="16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06F7D584-CA9A-4D09-9354-D99DD024168B}"/>
              </a:ext>
            </a:extLst>
          </p:cNvPr>
          <p:cNvSpPr txBox="1"/>
          <p:nvPr/>
        </p:nvSpPr>
        <p:spPr>
          <a:xfrm>
            <a:off x="2809191" y="2477590"/>
            <a:ext cx="510991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密码</a:t>
            </a:r>
          </a:p>
        </p:txBody>
      </p:sp>
    </p:spTree>
    <p:extLst>
      <p:ext uri="{BB962C8B-B14F-4D97-AF65-F5344CB8AC3E}">
        <p14:creationId xmlns:p14="http://schemas.microsoft.com/office/powerpoint/2010/main" val="282473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28" grpId="0"/>
      <p:bldP spid="30" grpId="0" animBg="1"/>
      <p:bldP spid="47" grpId="0" animBg="1"/>
      <p:bldP spid="67" grpId="0"/>
      <p:bldP spid="7" grpId="0" animBg="1"/>
      <p:bldP spid="7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8" grpId="0" animBg="1"/>
      <p:bldP spid="109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8" grpId="0" animBg="1"/>
      <p:bldP spid="133" grpId="0" animBg="1"/>
      <p:bldP spid="134" grpId="0" animBg="1"/>
      <p:bldP spid="135" grpId="0" animBg="1"/>
      <p:bldP spid="137" grpId="0" animBg="1"/>
      <p:bldP spid="148" grpId="0"/>
      <p:bldP spid="150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29222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键盘部件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(lv_keyboard)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09875"/>
            <a:ext cx="32990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*kb = lv_keyboard_create(parent);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82527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：创建键盘部件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60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1929484"/>
            <a:ext cx="19147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：关联文本框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1070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262527"/>
            <a:ext cx="72805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 = lv_textarea_create(lv_scr_act());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创建文本区域部件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lv_keyboard_set_textarea(kb, ta);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关联键盘和文本区域部件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2998689"/>
            <a:ext cx="2156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：设置按键弹窗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1762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0" y="3331732"/>
            <a:ext cx="68868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lv_keyboard_set_popovers(kb, true);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允许按键弹窗提示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F04008-AFDE-429D-99CF-D276A100E0A6}"/>
              </a:ext>
            </a:extLst>
          </p:cNvPr>
          <p:cNvSpPr txBox="1"/>
          <p:nvPr/>
        </p:nvSpPr>
        <p:spPr>
          <a:xfrm>
            <a:off x="745880" y="3809258"/>
            <a:ext cx="2098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：设置键盘模式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9FCC5BE-94B6-4D4A-BEEE-6697ECF15FF8}"/>
              </a:ext>
            </a:extLst>
          </p:cNvPr>
          <p:cNvSpPr/>
          <p:nvPr/>
        </p:nvSpPr>
        <p:spPr>
          <a:xfrm>
            <a:off x="575479" y="398680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324E12-860A-45AB-AE1B-248608EDCAAE}"/>
              </a:ext>
            </a:extLst>
          </p:cNvPr>
          <p:cNvSpPr txBox="1"/>
          <p:nvPr/>
        </p:nvSpPr>
        <p:spPr>
          <a:xfrm>
            <a:off x="733180" y="4142301"/>
            <a:ext cx="6683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lv_keyboard_set_mode(kb, LV_KEYBOARD_MODE_NUMBER);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数字键盘模式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97055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  <p:bldP spid="21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732" y="1833326"/>
            <a:ext cx="2662418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6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3996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316160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049538"/>
            <a:ext cx="64123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图片按钮部件类似于按钮部件，不同的是，用户可以在其中设置图片。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828399B-E682-2894-5257-3E65F25960E8}"/>
              </a:ext>
            </a:extLst>
          </p:cNvPr>
          <p:cNvSpPr txBox="1"/>
          <p:nvPr/>
        </p:nvSpPr>
        <p:spPr>
          <a:xfrm>
            <a:off x="5970659" y="304795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5BE169E-FC83-40E3-76A7-31042A8BAD00}"/>
              </a:ext>
            </a:extLst>
          </p:cNvPr>
          <p:cNvSpPr/>
          <p:nvPr/>
        </p:nvSpPr>
        <p:spPr>
          <a:xfrm>
            <a:off x="5800659" y="322550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678560" y="2451554"/>
            <a:ext cx="232520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图片按钮部件组成部分：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7AE539F-DC36-4A2C-9421-2AC52CA01CE0}"/>
              </a:ext>
            </a:extLst>
          </p:cNvPr>
          <p:cNvSpPr/>
          <p:nvPr/>
        </p:nvSpPr>
        <p:spPr>
          <a:xfrm>
            <a:off x="642768" y="1873250"/>
            <a:ext cx="3988376" cy="2398512"/>
          </a:xfrm>
          <a:prstGeom prst="roundRect">
            <a:avLst>
              <a:gd name="adj" fmla="val 62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44614F38-7584-482B-ABFD-BCE20C116500}"/>
              </a:ext>
            </a:extLst>
          </p:cNvPr>
          <p:cNvSpPr/>
          <p:nvPr/>
        </p:nvSpPr>
        <p:spPr>
          <a:xfrm>
            <a:off x="1020262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90F3B6D5-2A8E-4726-B264-A7AF9356BC55}"/>
              </a:ext>
            </a:extLst>
          </p:cNvPr>
          <p:cNvSpPr/>
          <p:nvPr/>
        </p:nvSpPr>
        <p:spPr>
          <a:xfrm>
            <a:off x="1862560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B9018863-E4A5-4D7D-99FD-0EB39D05CE27}"/>
              </a:ext>
            </a:extLst>
          </p:cNvPr>
          <p:cNvSpPr/>
          <p:nvPr/>
        </p:nvSpPr>
        <p:spPr>
          <a:xfrm>
            <a:off x="2703164" y="2175588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CE2CC123-9A2B-4DBF-B87E-6521ECDB4EF5}"/>
              </a:ext>
            </a:extLst>
          </p:cNvPr>
          <p:cNvSpPr/>
          <p:nvPr/>
        </p:nvSpPr>
        <p:spPr>
          <a:xfrm>
            <a:off x="3536993" y="2177991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CDAD09EC-4B0C-46C8-8B14-01F9AB906F1A}"/>
              </a:ext>
            </a:extLst>
          </p:cNvPr>
          <p:cNvSpPr/>
          <p:nvPr/>
        </p:nvSpPr>
        <p:spPr>
          <a:xfrm>
            <a:off x="1027035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A236604C-E473-4A9E-8A49-F3F81DA5567F}"/>
              </a:ext>
            </a:extLst>
          </p:cNvPr>
          <p:cNvSpPr/>
          <p:nvPr/>
        </p:nvSpPr>
        <p:spPr>
          <a:xfrm>
            <a:off x="1862560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8264B43B-98DF-42C6-8889-47FF79DEA693}"/>
              </a:ext>
            </a:extLst>
          </p:cNvPr>
          <p:cNvSpPr/>
          <p:nvPr/>
        </p:nvSpPr>
        <p:spPr>
          <a:xfrm>
            <a:off x="2703164" y="3165956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BB6D67D2-7254-4A7B-B0A3-CD8D91505F3A}"/>
              </a:ext>
            </a:extLst>
          </p:cNvPr>
          <p:cNvSpPr/>
          <p:nvPr/>
        </p:nvSpPr>
        <p:spPr>
          <a:xfrm>
            <a:off x="3536993" y="3168359"/>
            <a:ext cx="720000" cy="828000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1C32ED-FE3E-4182-9FFD-B15ADF61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010" y="2341324"/>
            <a:ext cx="334002" cy="2757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FF2182-FDF2-4DE5-89DE-3B9AD070B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469" y="2360364"/>
            <a:ext cx="315101" cy="25341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63429F6-9B91-417D-9AB3-5E7F6DAA4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274" y="2338713"/>
            <a:ext cx="303326" cy="2659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D1A8273-0B62-4291-9755-79A6FFBAC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858" y="3316218"/>
            <a:ext cx="278628" cy="29030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B111E42-B959-4814-89D8-6EC4F8D632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6394" y="3312160"/>
            <a:ext cx="312638" cy="29030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0468AF9-E534-4969-8110-3291BCD6CE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8289" y="3304294"/>
            <a:ext cx="291664" cy="29030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9C92C0-778D-411C-A679-121BD0B47D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984" y="3291841"/>
            <a:ext cx="281028" cy="29030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7F55185-8957-48D0-8E32-4C53A23321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1896" y="2327407"/>
            <a:ext cx="211682" cy="290307"/>
          </a:xfrm>
          <a:prstGeom prst="rect">
            <a:avLst/>
          </a:prstGeom>
        </p:spPr>
      </p:pic>
      <p:sp>
        <p:nvSpPr>
          <p:cNvPr id="130" name="文本框 129">
            <a:extLst>
              <a:ext uri="{FF2B5EF4-FFF2-40B4-BE49-F238E27FC236}">
                <a16:creationId xmlns:a16="http://schemas.microsoft.com/office/drawing/2014/main" id="{E21E86DB-7FB0-429F-B118-86605F82D178}"/>
              </a:ext>
            </a:extLst>
          </p:cNvPr>
          <p:cNvSpPr txBox="1"/>
          <p:nvPr/>
        </p:nvSpPr>
        <p:spPr>
          <a:xfrm>
            <a:off x="1156208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图像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E6C9203-9CF2-4177-A7C3-C1C20FBF277F}"/>
              </a:ext>
            </a:extLst>
          </p:cNvPr>
          <p:cNvSpPr txBox="1"/>
          <p:nvPr/>
        </p:nvSpPr>
        <p:spPr>
          <a:xfrm>
            <a:off x="2006324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声音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8B383A21-2CDD-495C-B9AD-F8BA83619F42}"/>
              </a:ext>
            </a:extLst>
          </p:cNvPr>
          <p:cNvSpPr txBox="1"/>
          <p:nvPr/>
        </p:nvSpPr>
        <p:spPr>
          <a:xfrm>
            <a:off x="2839138" y="2600138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蓝牙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04918A5F-1677-4517-B36A-610632292F66}"/>
              </a:ext>
            </a:extLst>
          </p:cNvPr>
          <p:cNvSpPr txBox="1"/>
          <p:nvPr/>
        </p:nvSpPr>
        <p:spPr>
          <a:xfrm>
            <a:off x="3618176" y="2600138"/>
            <a:ext cx="591405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WLAN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B2AC4CF-6050-4D6F-BB73-A87BF3A623DB}"/>
              </a:ext>
            </a:extLst>
          </p:cNvPr>
          <p:cNvSpPr txBox="1"/>
          <p:nvPr/>
        </p:nvSpPr>
        <p:spPr>
          <a:xfrm>
            <a:off x="1156208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应用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08D59BA-26AC-4795-9272-BDDB0037E275}"/>
              </a:ext>
            </a:extLst>
          </p:cNvPr>
          <p:cNvSpPr txBox="1"/>
          <p:nvPr/>
        </p:nvSpPr>
        <p:spPr>
          <a:xfrm>
            <a:off x="2006324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安全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06773CA-2600-4546-B84D-CD89346424D7}"/>
              </a:ext>
            </a:extLst>
          </p:cNvPr>
          <p:cNvSpPr txBox="1"/>
          <p:nvPr/>
        </p:nvSpPr>
        <p:spPr>
          <a:xfrm>
            <a:off x="2839138" y="3587203"/>
            <a:ext cx="461599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F5A1205-C1B4-4676-B472-DC7200D13089}"/>
              </a:ext>
            </a:extLst>
          </p:cNvPr>
          <p:cNvSpPr txBox="1"/>
          <p:nvPr/>
        </p:nvSpPr>
        <p:spPr>
          <a:xfrm>
            <a:off x="3685912" y="3587203"/>
            <a:ext cx="500026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关于</a:t>
            </a:r>
          </a:p>
        </p:txBody>
      </p:sp>
    </p:spTree>
    <p:extLst>
      <p:ext uri="{BB962C8B-B14F-4D97-AF65-F5344CB8AC3E}">
        <p14:creationId xmlns:p14="http://schemas.microsoft.com/office/powerpoint/2010/main" val="252848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9" grpId="0"/>
      <p:bldP spid="50" grpId="0" animBg="1"/>
      <p:bldP spid="55" grpId="0"/>
      <p:bldP spid="47" grpId="0" animBg="1"/>
      <p:bldP spid="107" grpId="0" animBg="1"/>
      <p:bldP spid="110" grpId="0" animBg="1"/>
      <p:bldP spid="118" grpId="0" animBg="1"/>
      <p:bldP spid="124" grpId="0" animBg="1"/>
      <p:bldP spid="125" grpId="0" animBg="1"/>
      <p:bldP spid="126" grpId="0" animBg="1"/>
      <p:bldP spid="127" grpId="0" animBg="1"/>
      <p:bldP spid="129" grpId="0" animBg="1"/>
      <p:bldP spid="130" grpId="0"/>
      <p:bldP spid="131" grpId="0"/>
      <p:bldP spid="132" grpId="0"/>
      <p:bldP spid="136" grpId="0"/>
      <p:bldP spid="138" grpId="0"/>
      <p:bldP spid="140" grpId="0"/>
      <p:bldP spid="141" grpId="0"/>
      <p:bldP spid="14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157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76575"/>
            <a:ext cx="3476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*imgbtn = lv_imgbtn_create(parent);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442877"/>
            <a:ext cx="2479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：创建图片按钮部件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6204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335884"/>
            <a:ext cx="28037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：设置图片源、按钮大小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513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675277"/>
            <a:ext cx="80234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lv_imgbtn_set_src(imgbtn, LV_IMGBTN_STATE_..., src_left, src_mid, src_right);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设置某个状态的图片源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lv_obj_set_size(imgbtn, 64 * 3, 64);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设置图片按钮大小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3525739"/>
            <a:ext cx="20989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：设置按钮状态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7032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0" y="3865132"/>
            <a:ext cx="74519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lv_imgbtn_set_state(imgbtn, LV_IMGBTN_STATE_PRESSED);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设置按下状态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151E07F-A39B-4D95-899B-78A20A0705FE}"/>
              </a:ext>
            </a:extLst>
          </p:cNvPr>
          <p:cNvGrpSpPr/>
          <p:nvPr/>
        </p:nvGrpSpPr>
        <p:grpSpPr>
          <a:xfrm>
            <a:off x="5651502" y="1165275"/>
            <a:ext cx="2349288" cy="1036796"/>
            <a:chOff x="5873962" y="703646"/>
            <a:chExt cx="2349288" cy="103679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6087707-0C1E-4581-B128-0F289D0F1003}"/>
                </a:ext>
              </a:extLst>
            </p:cNvPr>
            <p:cNvSpPr/>
            <p:nvPr/>
          </p:nvSpPr>
          <p:spPr>
            <a:xfrm>
              <a:off x="5873962" y="1128442"/>
              <a:ext cx="612000" cy="61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左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3502235-6603-46C8-93EE-2B7AAC6033FE}"/>
                </a:ext>
              </a:extLst>
            </p:cNvPr>
            <p:cNvSpPr/>
            <p:nvPr/>
          </p:nvSpPr>
          <p:spPr>
            <a:xfrm>
              <a:off x="6482296" y="1128442"/>
              <a:ext cx="612000" cy="61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中</a:t>
              </a:r>
              <a:endParaRPr lang="zh-CN" altLang="en-US" sz="1400">
                <a:solidFill>
                  <a:srgbClr val="002060"/>
                </a:solidFill>
                <a:ea typeface="思源黑体 CN Normal" panose="020B040000000000000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54D540F-BF8D-4E4D-8D8D-114C548E6D27}"/>
                </a:ext>
              </a:extLst>
            </p:cNvPr>
            <p:cNvSpPr/>
            <p:nvPr/>
          </p:nvSpPr>
          <p:spPr>
            <a:xfrm>
              <a:off x="7090630" y="1128442"/>
              <a:ext cx="612000" cy="612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rgbClr val="002060"/>
                  </a:solidFill>
                  <a:ea typeface="思源黑体 CN Normal" panose="020B0400000000000000"/>
                </a:rPr>
                <a:t>右</a:t>
              </a:r>
              <a:endParaRPr lang="zh-CN" altLang="en-US" sz="1400">
                <a:solidFill>
                  <a:srgbClr val="002060"/>
                </a:solidFill>
                <a:ea typeface="思源黑体 CN Normal" panose="020B040000000000000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6E9B0FA2-CEB9-47AA-B2DB-C79D46E757E3}"/>
                </a:ext>
              </a:extLst>
            </p:cNvPr>
            <p:cNvCxnSpPr>
              <a:cxnSpLocks/>
            </p:cNvCxnSpPr>
            <p:nvPr/>
          </p:nvCxnSpPr>
          <p:spPr>
            <a:xfrm>
              <a:off x="7811882" y="1128442"/>
              <a:ext cx="0" cy="606968"/>
            </a:xfrm>
            <a:prstGeom prst="straightConnector1">
              <a:avLst/>
            </a:prstGeom>
            <a:ln w="9525">
              <a:solidFill>
                <a:srgbClr val="00206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AAE1AA0-EEC3-40E9-A039-B984F4DB571D}"/>
                </a:ext>
              </a:extLst>
            </p:cNvPr>
            <p:cNvCxnSpPr>
              <a:cxnSpLocks/>
            </p:cNvCxnSpPr>
            <p:nvPr/>
          </p:nvCxnSpPr>
          <p:spPr>
            <a:xfrm>
              <a:off x="7694202" y="1128442"/>
              <a:ext cx="240123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9BADFEF-7B88-424B-9DBB-2BC18BA63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8724" y="892969"/>
              <a:ext cx="0" cy="235975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872D742-9B90-44AA-9A1D-5F4050BF7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8964" y="892969"/>
              <a:ext cx="0" cy="233092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4AD5644-0DD6-42FA-80E3-3BA58129042A}"/>
                </a:ext>
              </a:extLst>
            </p:cNvPr>
            <p:cNvCxnSpPr>
              <a:cxnSpLocks/>
            </p:cNvCxnSpPr>
            <p:nvPr/>
          </p:nvCxnSpPr>
          <p:spPr>
            <a:xfrm>
              <a:off x="5873962" y="1006557"/>
              <a:ext cx="1822621" cy="0"/>
            </a:xfrm>
            <a:prstGeom prst="straightConnector1">
              <a:avLst/>
            </a:prstGeom>
            <a:ln w="9525">
              <a:solidFill>
                <a:srgbClr val="00206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4FDD454-A41C-4663-803D-9AB3B3F2E653}"/>
                </a:ext>
              </a:extLst>
            </p:cNvPr>
            <p:cNvSpPr txBox="1"/>
            <p:nvPr/>
          </p:nvSpPr>
          <p:spPr>
            <a:xfrm>
              <a:off x="7757396" y="1244507"/>
              <a:ext cx="46585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高度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CF25D30-3AA6-4735-A2AF-EB31880288F1}"/>
                </a:ext>
              </a:extLst>
            </p:cNvPr>
            <p:cNvSpPr txBox="1"/>
            <p:nvPr/>
          </p:nvSpPr>
          <p:spPr>
            <a:xfrm>
              <a:off x="6543412" y="703646"/>
              <a:ext cx="491032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宽度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E13E77F-AD60-4191-B532-714D89826C9E}"/>
                </a:ext>
              </a:extLst>
            </p:cNvPr>
            <p:cNvCxnSpPr>
              <a:cxnSpLocks/>
            </p:cNvCxnSpPr>
            <p:nvPr/>
          </p:nvCxnSpPr>
          <p:spPr>
            <a:xfrm>
              <a:off x="7698964" y="1735410"/>
              <a:ext cx="240123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833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157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图片按钮部件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(lv_imgbtn)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79" y="1404777"/>
            <a:ext cx="470877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拓展知识点：如何显示带有透明度通道的图片？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6140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B3BFE0-D703-4970-A08E-2E1A3BB68569}"/>
              </a:ext>
            </a:extLst>
          </p:cNvPr>
          <p:cNvSpPr txBox="1"/>
          <p:nvPr/>
        </p:nvSpPr>
        <p:spPr>
          <a:xfrm>
            <a:off x="745879" y="2257432"/>
            <a:ext cx="304507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  准备一张带有透明度通道的图片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869B32-1C7B-43C5-9A24-3980F8869B30}"/>
              </a:ext>
            </a:extLst>
          </p:cNvPr>
          <p:cNvSpPr txBox="1"/>
          <p:nvPr/>
        </p:nvSpPr>
        <p:spPr>
          <a:xfrm>
            <a:off x="745879" y="2787327"/>
            <a:ext cx="571842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  官方图片转换工具中，色彩格式选择：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CF_TRUE_COLOR_ALPHA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668147D-F16D-40A3-9C8F-422905939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3" y="3147526"/>
            <a:ext cx="608400" cy="608400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62711619-2EEB-4C45-96DC-78CBA819CE60}"/>
              </a:ext>
            </a:extLst>
          </p:cNvPr>
          <p:cNvSpPr txBox="1"/>
          <p:nvPr/>
        </p:nvSpPr>
        <p:spPr>
          <a:xfrm>
            <a:off x="745879" y="3323391"/>
            <a:ext cx="211162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  声明图片并调用即可</a:t>
            </a:r>
            <a:endParaRPr lang="en-US" altLang="zh-CN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95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39" grpId="0"/>
      <p:bldP spid="41" grpId="0"/>
      <p:bldP spid="4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1833326"/>
            <a:ext cx="22745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5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375841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9A31E2-E5E5-4AA7-9700-C555D6F8BA20}"/>
              </a:ext>
            </a:extLst>
          </p:cNvPr>
          <p:cNvSpPr/>
          <p:nvPr/>
        </p:nvSpPr>
        <p:spPr>
          <a:xfrm>
            <a:off x="649118" y="2289063"/>
            <a:ext cx="4320000" cy="18725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303993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068588"/>
            <a:ext cx="64186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选项卡部件可以实现多页面切换，用户可以在不同的页面中添加内容。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678560" y="2330904"/>
            <a:ext cx="213829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选项卡部件组成部分：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9A802C45-1BCB-4D71-90CC-C4A8ED55820C}"/>
              </a:ext>
            </a:extLst>
          </p:cNvPr>
          <p:cNvSpPr/>
          <p:nvPr/>
        </p:nvSpPr>
        <p:spPr>
          <a:xfrm>
            <a:off x="649118" y="1931198"/>
            <a:ext cx="4320000" cy="360000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46808E-8E3C-4AAB-B970-F19CFF18EE74}"/>
              </a:ext>
            </a:extLst>
          </p:cNvPr>
          <p:cNvSpPr/>
          <p:nvPr/>
        </p:nvSpPr>
        <p:spPr>
          <a:xfrm>
            <a:off x="2820818" y="1931197"/>
            <a:ext cx="1080000" cy="360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7360022-4A5B-42D1-A5E4-F216BCFB420D}"/>
              </a:ext>
            </a:extLst>
          </p:cNvPr>
          <p:cNvSpPr txBox="1"/>
          <p:nvPr/>
        </p:nvSpPr>
        <p:spPr>
          <a:xfrm>
            <a:off x="978937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E86B10F-4A7A-4600-82F6-981E84091779}"/>
              </a:ext>
            </a:extLst>
          </p:cNvPr>
          <p:cNvSpPr txBox="1"/>
          <p:nvPr/>
        </p:nvSpPr>
        <p:spPr>
          <a:xfrm>
            <a:off x="2043724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02E939A-3A2F-451C-8263-ED720ACB4DC9}"/>
              </a:ext>
            </a:extLst>
          </p:cNvPr>
          <p:cNvSpPr txBox="1"/>
          <p:nvPr/>
        </p:nvSpPr>
        <p:spPr>
          <a:xfrm>
            <a:off x="3108511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日程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FF325BF-AA28-4005-8846-7BF6E49B77D5}"/>
              </a:ext>
            </a:extLst>
          </p:cNvPr>
          <p:cNvSpPr txBox="1"/>
          <p:nvPr/>
        </p:nvSpPr>
        <p:spPr>
          <a:xfrm>
            <a:off x="4173298" y="1925172"/>
            <a:ext cx="50061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会议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8C304E7-B36D-4373-AA25-1A0F9CC7896A}"/>
              </a:ext>
            </a:extLst>
          </p:cNvPr>
          <p:cNvSpPr txBox="1"/>
          <p:nvPr/>
        </p:nvSpPr>
        <p:spPr>
          <a:xfrm>
            <a:off x="1127302" y="2634229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上午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8:30~12:00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会见客户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FFDC020-3677-4AA6-B06F-0A9B0AF7EBE5}"/>
              </a:ext>
            </a:extLst>
          </p:cNvPr>
          <p:cNvSpPr/>
          <p:nvPr/>
        </p:nvSpPr>
        <p:spPr>
          <a:xfrm>
            <a:off x="1075460" y="2793408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F1FE791-253B-470E-8F80-583EF7F0D27B}"/>
              </a:ext>
            </a:extLst>
          </p:cNvPr>
          <p:cNvSpPr txBox="1"/>
          <p:nvPr/>
        </p:nvSpPr>
        <p:spPr>
          <a:xfrm>
            <a:off x="1127302" y="3024297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下午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13:30~17:00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工厂考察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F726E27-F422-47BB-ABEE-09B339AB1838}"/>
              </a:ext>
            </a:extLst>
          </p:cNvPr>
          <p:cNvSpPr/>
          <p:nvPr/>
        </p:nvSpPr>
        <p:spPr>
          <a:xfrm>
            <a:off x="1075460" y="3183476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C488295-3AC6-455A-A8CC-8A2D2301139A}"/>
              </a:ext>
            </a:extLst>
          </p:cNvPr>
          <p:cNvSpPr txBox="1"/>
          <p:nvPr/>
        </p:nvSpPr>
        <p:spPr>
          <a:xfrm>
            <a:off x="1127302" y="3396742"/>
            <a:ext cx="2585063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晚上 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19:30~21:00		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部门聚餐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250D74B6-EA52-4F5A-BE02-8816EFBCF311}"/>
              </a:ext>
            </a:extLst>
          </p:cNvPr>
          <p:cNvSpPr/>
          <p:nvPr/>
        </p:nvSpPr>
        <p:spPr>
          <a:xfrm>
            <a:off x="1075460" y="3555921"/>
            <a:ext cx="54000" cy="5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0DE8749-FB45-4D1D-B173-FD20FD383A7A}"/>
              </a:ext>
            </a:extLst>
          </p:cNvPr>
          <p:cNvSpPr txBox="1"/>
          <p:nvPr/>
        </p:nvSpPr>
        <p:spPr>
          <a:xfrm>
            <a:off x="5977010" y="2881314"/>
            <a:ext cx="121246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EC9C67D-1713-4AA2-B26F-77147A96365E}"/>
              </a:ext>
            </a:extLst>
          </p:cNvPr>
          <p:cNvSpPr/>
          <p:nvPr/>
        </p:nvSpPr>
        <p:spPr>
          <a:xfrm>
            <a:off x="5806609" y="305886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609003A-CA8F-44EA-8D59-56C6F8CF6D65}"/>
              </a:ext>
            </a:extLst>
          </p:cNvPr>
          <p:cNvSpPr txBox="1"/>
          <p:nvPr/>
        </p:nvSpPr>
        <p:spPr>
          <a:xfrm>
            <a:off x="5976610" y="3300900"/>
            <a:ext cx="184024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lv_btnmatrix)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2210B0A-0050-4081-8F16-E6EBEDCA2833}"/>
              </a:ext>
            </a:extLst>
          </p:cNvPr>
          <p:cNvSpPr/>
          <p:nvPr/>
        </p:nvSpPr>
        <p:spPr>
          <a:xfrm>
            <a:off x="5806210" y="347844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7F6AA2E-D182-4908-9D0A-7DFE898167ED}"/>
              </a:ext>
            </a:extLst>
          </p:cNvPr>
          <p:cNvCxnSpPr>
            <a:cxnSpLocks/>
          </p:cNvCxnSpPr>
          <p:nvPr/>
        </p:nvCxnSpPr>
        <p:spPr>
          <a:xfrm>
            <a:off x="2818642" y="2287476"/>
            <a:ext cx="108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0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9" grpId="0"/>
      <p:bldP spid="55" grpId="0"/>
      <p:bldP spid="80" grpId="0" animBg="1"/>
      <p:bldP spid="22" grpId="0" animBg="1"/>
      <p:bldP spid="56" grpId="0"/>
      <p:bldP spid="76" grpId="0"/>
      <p:bldP spid="77" grpId="0"/>
      <p:bldP spid="78" grpId="0"/>
      <p:bldP spid="81" grpId="0"/>
      <p:bldP spid="82" grpId="0" animBg="1"/>
      <p:bldP spid="83" grpId="0"/>
      <p:bldP spid="84" grpId="0" animBg="1"/>
      <p:bldP spid="85" grpId="0"/>
      <p:bldP spid="86" grpId="0" animBg="1"/>
      <p:bldP spid="89" grpId="0"/>
      <p:bldP spid="90" grpId="0" animBg="1"/>
      <p:bldP spid="91" grpId="0"/>
      <p:bldP spid="9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0619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选项卡部件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79" y="1694025"/>
            <a:ext cx="503248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*tabview =  lv_tabview_create(parent, LV_DIR_..., tab_size);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66677"/>
            <a:ext cx="22576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：创建选项卡部件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442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297784"/>
            <a:ext cx="190167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：添加选项卡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4753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630827"/>
            <a:ext cx="4090024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*tab1 = lv_tabview_add_tab(tabview, "Tab 1"); 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*tab2 = lv_tabview_add_tab(tabview, "Tab 2"); 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3519389"/>
            <a:ext cx="2791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：设置当前选中的选项卡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69693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0" y="3852432"/>
            <a:ext cx="690978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lv_tabview_set_act(tabview, 1, LV_ANIM_OFF); 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索引从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开始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9D639E-27D1-4343-97CE-138B6E20AC91}"/>
              </a:ext>
            </a:extLst>
          </p:cNvPr>
          <p:cNvGrpSpPr/>
          <p:nvPr/>
        </p:nvGrpSpPr>
        <p:grpSpPr>
          <a:xfrm>
            <a:off x="6124428" y="1184170"/>
            <a:ext cx="2336143" cy="1932048"/>
            <a:chOff x="6124428" y="1184170"/>
            <a:chExt cx="2336143" cy="1932048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F12BD7F-CBB5-4B20-BCF6-F51B0ED7E130}"/>
                </a:ext>
              </a:extLst>
            </p:cNvPr>
            <p:cNvSpPr/>
            <p:nvPr/>
          </p:nvSpPr>
          <p:spPr>
            <a:xfrm>
              <a:off x="6301439" y="2036988"/>
              <a:ext cx="2159132" cy="10792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288550D-5BED-450D-8E83-E7399F399DCF}"/>
                </a:ext>
              </a:extLst>
            </p:cNvPr>
            <p:cNvSpPr/>
            <p:nvPr/>
          </p:nvSpPr>
          <p:spPr>
            <a:xfrm>
              <a:off x="6301439" y="1724402"/>
              <a:ext cx="2159132" cy="3125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20E811E-A71B-468F-AE8E-75DEF670C963}"/>
                </a:ext>
              </a:extLst>
            </p:cNvPr>
            <p:cNvSpPr txBox="1"/>
            <p:nvPr/>
          </p:nvSpPr>
          <p:spPr>
            <a:xfrm>
              <a:off x="6432312" y="1706166"/>
              <a:ext cx="449784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消息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74DFCAB-18E8-4374-9677-D7128AE8374B}"/>
                </a:ext>
              </a:extLst>
            </p:cNvPr>
            <p:cNvSpPr txBox="1"/>
            <p:nvPr/>
          </p:nvSpPr>
          <p:spPr>
            <a:xfrm>
              <a:off x="7883279" y="1706166"/>
              <a:ext cx="448328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文档</a:t>
              </a: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22B34780-C900-4191-A2B4-5645C9E58355}"/>
                </a:ext>
              </a:extLst>
            </p:cNvPr>
            <p:cNvCxnSpPr>
              <a:cxnSpLocks/>
            </p:cNvCxnSpPr>
            <p:nvPr/>
          </p:nvCxnSpPr>
          <p:spPr>
            <a:xfrm>
              <a:off x="6215864" y="1724402"/>
              <a:ext cx="2431" cy="310561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DA7F602-AD12-4523-B745-E8CEB33B5A85}"/>
                </a:ext>
              </a:extLst>
            </p:cNvPr>
            <p:cNvCxnSpPr>
              <a:cxnSpLocks/>
            </p:cNvCxnSpPr>
            <p:nvPr/>
          </p:nvCxnSpPr>
          <p:spPr>
            <a:xfrm>
              <a:off x="6125224" y="1728037"/>
              <a:ext cx="183909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8C4C19F-E43F-49B4-8770-0ADD5D10278F}"/>
                </a:ext>
              </a:extLst>
            </p:cNvPr>
            <p:cNvSpPr txBox="1"/>
            <p:nvPr/>
          </p:nvSpPr>
          <p:spPr>
            <a:xfrm>
              <a:off x="6275795" y="1184170"/>
              <a:ext cx="720001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tab_size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2C4F311-4F30-41C9-926F-D47516E2FC9C}"/>
                </a:ext>
              </a:extLst>
            </p:cNvPr>
            <p:cNvSpPr/>
            <p:nvPr/>
          </p:nvSpPr>
          <p:spPr>
            <a:xfrm>
              <a:off x="7011059" y="1724403"/>
              <a:ext cx="720000" cy="3125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CE64078-3644-4DC1-9C6D-675939AAF72F}"/>
                </a:ext>
              </a:extLst>
            </p:cNvPr>
            <p:cNvCxnSpPr>
              <a:cxnSpLocks/>
            </p:cNvCxnSpPr>
            <p:nvPr/>
          </p:nvCxnSpPr>
          <p:spPr>
            <a:xfrm>
              <a:off x="6124428" y="2033376"/>
              <a:ext cx="18232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1F969A8-E16F-4DC9-8B0D-325F95E30A3F}"/>
                </a:ext>
              </a:extLst>
            </p:cNvPr>
            <p:cNvSpPr txBox="1"/>
            <p:nvPr/>
          </p:nvSpPr>
          <p:spPr>
            <a:xfrm>
              <a:off x="7140334" y="1706166"/>
              <a:ext cx="43918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日程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6F39E4-7958-4038-A9AF-5A039844B000}"/>
                </a:ext>
              </a:extLst>
            </p:cNvPr>
            <p:cNvCxnSpPr>
              <a:cxnSpLocks/>
            </p:cNvCxnSpPr>
            <p:nvPr/>
          </p:nvCxnSpPr>
          <p:spPr>
            <a:xfrm>
              <a:off x="7009457" y="2030995"/>
              <a:ext cx="72000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5815011-AE48-4837-A27D-8656E785B51D}"/>
                </a:ext>
              </a:extLst>
            </p:cNvPr>
            <p:cNvSpPr txBox="1"/>
            <p:nvPr/>
          </p:nvSpPr>
          <p:spPr>
            <a:xfrm>
              <a:off x="6589547" y="2172859"/>
              <a:ext cx="174206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8:30~12:00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会见客户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1C7EF24-0E48-4B28-AA09-ECE6934F4938}"/>
                </a:ext>
              </a:extLst>
            </p:cNvPr>
            <p:cNvSpPr/>
            <p:nvPr/>
          </p:nvSpPr>
          <p:spPr>
            <a:xfrm>
              <a:off x="6550405" y="2312988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A2C99B9-6D29-4ECF-A80F-CAE5C57762DE}"/>
                </a:ext>
              </a:extLst>
            </p:cNvPr>
            <p:cNvSpPr txBox="1"/>
            <p:nvPr/>
          </p:nvSpPr>
          <p:spPr>
            <a:xfrm>
              <a:off x="6589547" y="2416877"/>
              <a:ext cx="1688060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13:30~17:00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工厂考察</a:t>
              </a: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7B4FEF5D-ED58-48A1-B100-F058337DB007}"/>
                </a:ext>
              </a:extLst>
            </p:cNvPr>
            <p:cNvSpPr/>
            <p:nvPr/>
          </p:nvSpPr>
          <p:spPr>
            <a:xfrm>
              <a:off x="6550405" y="2557006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7DFEF53-D406-4AB8-8352-9FA88A31A0B3}"/>
                </a:ext>
              </a:extLst>
            </p:cNvPr>
            <p:cNvSpPr txBox="1"/>
            <p:nvPr/>
          </p:nvSpPr>
          <p:spPr>
            <a:xfrm>
              <a:off x="6589547" y="2655972"/>
              <a:ext cx="1742059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19:30~21:00	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部门聚餐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2A0A70F-097F-42E9-8803-719F5EE6B327}"/>
                </a:ext>
              </a:extLst>
            </p:cNvPr>
            <p:cNvSpPr/>
            <p:nvPr/>
          </p:nvSpPr>
          <p:spPr>
            <a:xfrm>
              <a:off x="6550405" y="2796101"/>
              <a:ext cx="54000" cy="54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89A681A-D4E7-4791-BCBF-3F670F9D1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864" y="1499198"/>
              <a:ext cx="155026" cy="22782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5F0B1F5-5319-4671-B9A3-0ADDF0534189}"/>
                </a:ext>
              </a:extLst>
            </p:cNvPr>
            <p:cNvCxnSpPr>
              <a:cxnSpLocks/>
            </p:cNvCxnSpPr>
            <p:nvPr/>
          </p:nvCxnSpPr>
          <p:spPr>
            <a:xfrm>
              <a:off x="6368509" y="1499198"/>
              <a:ext cx="53975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360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1833326"/>
            <a:ext cx="25920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8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899218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9A31E2-E5E5-4AA7-9700-C555D6F8BA20}"/>
              </a:ext>
            </a:extLst>
          </p:cNvPr>
          <p:cNvSpPr/>
          <p:nvPr/>
        </p:nvSpPr>
        <p:spPr>
          <a:xfrm>
            <a:off x="649118" y="1873250"/>
            <a:ext cx="3605382" cy="229152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326517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074938"/>
            <a:ext cx="66409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平铺视图部件可以实现不同方向的页面切换，用户可以页面中添加内容。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41616" y="2324877"/>
            <a:ext cx="237385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平铺视图部件组成部分：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E86B10F-4A7A-4600-82F6-981E84091779}"/>
              </a:ext>
            </a:extLst>
          </p:cNvPr>
          <p:cNvSpPr txBox="1"/>
          <p:nvPr/>
        </p:nvSpPr>
        <p:spPr>
          <a:xfrm>
            <a:off x="3107754" y="2262054"/>
            <a:ext cx="588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1FE0883-61B4-4E71-A721-2586034274E3}"/>
              </a:ext>
            </a:extLst>
          </p:cNvPr>
          <p:cNvSpPr/>
          <p:nvPr/>
        </p:nvSpPr>
        <p:spPr>
          <a:xfrm>
            <a:off x="649118" y="1873251"/>
            <a:ext cx="1802690" cy="1140923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02E939A-3A2F-451C-8263-ED720ACB4DC9}"/>
              </a:ext>
            </a:extLst>
          </p:cNvPr>
          <p:cNvSpPr txBox="1"/>
          <p:nvPr/>
        </p:nvSpPr>
        <p:spPr>
          <a:xfrm>
            <a:off x="1252166" y="3407870"/>
            <a:ext cx="550198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FF325BF-AA28-4005-8846-7BF6E49B77D5}"/>
              </a:ext>
            </a:extLst>
          </p:cNvPr>
          <p:cNvSpPr txBox="1"/>
          <p:nvPr/>
        </p:nvSpPr>
        <p:spPr>
          <a:xfrm>
            <a:off x="3107754" y="3406599"/>
            <a:ext cx="588009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7F6AA2E-D182-4908-9D0A-7DFE898167ED}"/>
              </a:ext>
            </a:extLst>
          </p:cNvPr>
          <p:cNvCxnSpPr>
            <a:cxnSpLocks/>
            <a:stCxn id="38" idx="1"/>
            <a:endCxn id="38" idx="3"/>
          </p:cNvCxnSpPr>
          <p:nvPr/>
        </p:nvCxnSpPr>
        <p:spPr>
          <a:xfrm>
            <a:off x="649118" y="3019010"/>
            <a:ext cx="360538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C49B098-D2CE-4F6E-970E-A6888F1A4455}"/>
              </a:ext>
            </a:extLst>
          </p:cNvPr>
          <p:cNvCxnSpPr>
            <a:cxnSpLocks/>
            <a:stCxn id="38" idx="0"/>
            <a:endCxn id="38" idx="2"/>
          </p:cNvCxnSpPr>
          <p:nvPr/>
        </p:nvCxnSpPr>
        <p:spPr>
          <a:xfrm>
            <a:off x="2451809" y="1873250"/>
            <a:ext cx="0" cy="229152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902BA3F-D8D9-4836-A5F6-1A069F8AC071}"/>
              </a:ext>
            </a:extLst>
          </p:cNvPr>
          <p:cNvCxnSpPr>
            <a:cxnSpLocks/>
          </p:cNvCxnSpPr>
          <p:nvPr/>
        </p:nvCxnSpPr>
        <p:spPr>
          <a:xfrm>
            <a:off x="1520157" y="2768600"/>
            <a:ext cx="0" cy="54000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6852C61-1A51-4B05-A71B-FB9B4B7E5D3D}"/>
              </a:ext>
            </a:extLst>
          </p:cNvPr>
          <p:cNvCxnSpPr>
            <a:cxnSpLocks/>
          </p:cNvCxnSpPr>
          <p:nvPr/>
        </p:nvCxnSpPr>
        <p:spPr>
          <a:xfrm>
            <a:off x="3364410" y="2768600"/>
            <a:ext cx="0" cy="54000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4043064-7691-41A7-9D66-1E00F9EA3593}"/>
              </a:ext>
            </a:extLst>
          </p:cNvPr>
          <p:cNvCxnSpPr>
            <a:cxnSpLocks/>
          </p:cNvCxnSpPr>
          <p:nvPr/>
        </p:nvCxnSpPr>
        <p:spPr>
          <a:xfrm>
            <a:off x="2069514" y="2432938"/>
            <a:ext cx="720000" cy="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93AF3EF-7848-420F-9FE8-BA67D4EE17FA}"/>
              </a:ext>
            </a:extLst>
          </p:cNvPr>
          <p:cNvCxnSpPr>
            <a:cxnSpLocks/>
          </p:cNvCxnSpPr>
          <p:nvPr/>
        </p:nvCxnSpPr>
        <p:spPr>
          <a:xfrm>
            <a:off x="2079109" y="3600252"/>
            <a:ext cx="720000" cy="0"/>
          </a:xfrm>
          <a:prstGeom prst="straightConnector1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7360022-4A5B-42D1-A5E4-F216BCFB420D}"/>
              </a:ext>
            </a:extLst>
          </p:cNvPr>
          <p:cNvSpPr txBox="1"/>
          <p:nvPr/>
        </p:nvSpPr>
        <p:spPr>
          <a:xfrm>
            <a:off x="1252165" y="2262054"/>
            <a:ext cx="55218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3322BD-0250-40EB-AE24-FFB8B6BEA3B7}"/>
              </a:ext>
            </a:extLst>
          </p:cNvPr>
          <p:cNvSpPr txBox="1"/>
          <p:nvPr/>
        </p:nvSpPr>
        <p:spPr>
          <a:xfrm>
            <a:off x="5630465" y="2867815"/>
            <a:ext cx="203039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312AE2A9-A67E-4267-A9BB-11C6CCD40870}"/>
              </a:ext>
            </a:extLst>
          </p:cNvPr>
          <p:cNvSpPr/>
          <p:nvPr/>
        </p:nvSpPr>
        <p:spPr>
          <a:xfrm>
            <a:off x="5460064" y="3045364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B5D056-0A7E-4CC9-8168-A3781508684A}"/>
              </a:ext>
            </a:extLst>
          </p:cNvPr>
          <p:cNvSpPr txBox="1"/>
          <p:nvPr/>
        </p:nvSpPr>
        <p:spPr>
          <a:xfrm>
            <a:off x="5630065" y="3287401"/>
            <a:ext cx="268843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滚动条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(LV_PART_SCROLLBAR)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D6B9231-99E8-40E1-8D51-406841B34DCD}"/>
              </a:ext>
            </a:extLst>
          </p:cNvPr>
          <p:cNvSpPr/>
          <p:nvPr/>
        </p:nvSpPr>
        <p:spPr>
          <a:xfrm>
            <a:off x="5459665" y="3464950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62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9" grpId="0"/>
      <p:bldP spid="55" grpId="0"/>
      <p:bldP spid="76" grpId="0"/>
      <p:bldP spid="51" grpId="0" animBg="1"/>
      <p:bldP spid="77" grpId="0"/>
      <p:bldP spid="78" grpId="0"/>
      <p:bldP spid="56" grpId="0"/>
      <p:bldP spid="25" grpId="0"/>
      <p:bldP spid="26" grpId="0" animBg="1"/>
      <p:bldP spid="27" grpId="0"/>
      <p:bldP spid="2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2842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平铺视图部件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(lv_tileview)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92425"/>
            <a:ext cx="360387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 *tileview = lv_tileview_create( parent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65077"/>
            <a:ext cx="243463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：创建平铺视图部件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426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088234"/>
            <a:ext cx="172398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：添加页面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2657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421277"/>
            <a:ext cx="4981818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*tile1 = lv_tileview_add_tile( tileview, 0, 0, LV_DIR_RIGHT );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*tile2 = lv_tileview_add_tile( tileview, 1, 0, LV_DIR_LEFT );</a:t>
            </a:r>
            <a:endParaRPr lang="en-US" altLang="zh-CN" sz="1200">
              <a:solidFill>
                <a:srgbClr val="8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3195539"/>
            <a:ext cx="243463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：设置当前显示页面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3730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1" y="3528582"/>
            <a:ext cx="726231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lv_obj_update_layout( tileview 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更新参数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lv_obj_set_tile( tileview, tile2, LV_ANIM_OFF 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根据页面对象设置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lv_obj_set_tile_id( tileview, 1, 0, LV_ANIM_OFF );				     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根据页面行列设置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F1F9CA1-96F6-4219-AF7A-D572D94FD53C}"/>
              </a:ext>
            </a:extLst>
          </p:cNvPr>
          <p:cNvGrpSpPr/>
          <p:nvPr/>
        </p:nvGrpSpPr>
        <p:grpSpPr>
          <a:xfrm>
            <a:off x="6024382" y="1107547"/>
            <a:ext cx="2416820" cy="1737244"/>
            <a:chOff x="6024382" y="1107547"/>
            <a:chExt cx="2416820" cy="1737244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2E887BA-6E32-4696-8368-C91C55FCA670}"/>
                </a:ext>
              </a:extLst>
            </p:cNvPr>
            <p:cNvSpPr/>
            <p:nvPr/>
          </p:nvSpPr>
          <p:spPr>
            <a:xfrm>
              <a:off x="6281202" y="1404791"/>
              <a:ext cx="2160000" cy="1440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A4AC4FD-8870-4C2C-8FE7-DC97E436094D}"/>
                </a:ext>
              </a:extLst>
            </p:cNvPr>
            <p:cNvSpPr txBox="1"/>
            <p:nvPr/>
          </p:nvSpPr>
          <p:spPr>
            <a:xfrm>
              <a:off x="7630578" y="1555374"/>
              <a:ext cx="58800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C0C7A82A-F96A-4554-A6B0-7E49668A3F4F}"/>
                </a:ext>
              </a:extLst>
            </p:cNvPr>
            <p:cNvSpPr/>
            <p:nvPr/>
          </p:nvSpPr>
          <p:spPr>
            <a:xfrm>
              <a:off x="6281202" y="1404792"/>
              <a:ext cx="1080000" cy="720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8DB98A2-9357-408C-BFBE-CEFE376DB504}"/>
                </a:ext>
              </a:extLst>
            </p:cNvPr>
            <p:cNvSpPr txBox="1"/>
            <p:nvPr/>
          </p:nvSpPr>
          <p:spPr>
            <a:xfrm>
              <a:off x="6527988" y="2319072"/>
              <a:ext cx="55019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A777F65-1965-4306-B3BC-2ADFA655FE8E}"/>
                </a:ext>
              </a:extLst>
            </p:cNvPr>
            <p:cNvSpPr txBox="1"/>
            <p:nvPr/>
          </p:nvSpPr>
          <p:spPr>
            <a:xfrm>
              <a:off x="7637869" y="2319073"/>
              <a:ext cx="588009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4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2BF94AB6-49D9-4199-B51D-1D14A4D1C1EE}"/>
                </a:ext>
              </a:extLst>
            </p:cNvPr>
            <p:cNvCxnSpPr>
              <a:cxnSpLocks/>
              <a:stCxn id="45" idx="1"/>
              <a:endCxn id="45" idx="3"/>
            </p:cNvCxnSpPr>
            <p:nvPr/>
          </p:nvCxnSpPr>
          <p:spPr>
            <a:xfrm>
              <a:off x="6281202" y="2124791"/>
              <a:ext cx="2160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2B007B2-6156-4E61-894C-18335FC755E5}"/>
                </a:ext>
              </a:extLst>
            </p:cNvPr>
            <p:cNvCxnSpPr>
              <a:cxnSpLocks/>
              <a:stCxn id="45" idx="0"/>
              <a:endCxn id="45" idx="2"/>
            </p:cNvCxnSpPr>
            <p:nvPr/>
          </p:nvCxnSpPr>
          <p:spPr>
            <a:xfrm>
              <a:off x="7361202" y="1404791"/>
              <a:ext cx="0" cy="14400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932D3D41-6387-47B0-BDC4-3C42C9D8E805}"/>
                </a:ext>
              </a:extLst>
            </p:cNvPr>
            <p:cNvCxnSpPr>
              <a:cxnSpLocks/>
            </p:cNvCxnSpPr>
            <p:nvPr/>
          </p:nvCxnSpPr>
          <p:spPr>
            <a:xfrm>
              <a:off x="6796316" y="1891315"/>
              <a:ext cx="0" cy="46800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E8BCACDB-64A2-4DB2-9BB0-8053FFD2BB6C}"/>
                </a:ext>
              </a:extLst>
            </p:cNvPr>
            <p:cNvCxnSpPr>
              <a:cxnSpLocks/>
            </p:cNvCxnSpPr>
            <p:nvPr/>
          </p:nvCxnSpPr>
          <p:spPr>
            <a:xfrm>
              <a:off x="7884037" y="1897133"/>
              <a:ext cx="0" cy="46800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C454AFA8-ECD1-4DBC-9754-31E1302AF9D9}"/>
                </a:ext>
              </a:extLst>
            </p:cNvPr>
            <p:cNvCxnSpPr>
              <a:cxnSpLocks/>
            </p:cNvCxnSpPr>
            <p:nvPr/>
          </p:nvCxnSpPr>
          <p:spPr>
            <a:xfrm>
              <a:off x="7082325" y="1738426"/>
              <a:ext cx="540000" cy="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950E9556-5088-4AC1-BBDF-1ED16502EEA7}"/>
                </a:ext>
              </a:extLst>
            </p:cNvPr>
            <p:cNvCxnSpPr>
              <a:cxnSpLocks/>
            </p:cNvCxnSpPr>
            <p:nvPr/>
          </p:nvCxnSpPr>
          <p:spPr>
            <a:xfrm>
              <a:off x="7091920" y="2502303"/>
              <a:ext cx="540000" cy="0"/>
            </a:xfrm>
            <a:prstGeom prst="straightConnector1">
              <a:avLst/>
            </a:prstGeom>
            <a:ln w="9525">
              <a:solidFill>
                <a:schemeClr val="accent2">
                  <a:lumMod val="75000"/>
                </a:schemeClr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BD4A5405-2E44-4D47-BDB2-88403D30FE18}"/>
                </a:ext>
              </a:extLst>
            </p:cNvPr>
            <p:cNvSpPr txBox="1"/>
            <p:nvPr/>
          </p:nvSpPr>
          <p:spPr>
            <a:xfrm>
              <a:off x="6528324" y="1555374"/>
              <a:ext cx="5521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页面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7E0B969-4B25-42D7-9574-12D82C016CE5}"/>
                </a:ext>
              </a:extLst>
            </p:cNvPr>
            <p:cNvSpPr txBox="1"/>
            <p:nvPr/>
          </p:nvSpPr>
          <p:spPr>
            <a:xfrm>
              <a:off x="6024382" y="1562054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823211B-4BED-42CB-B9CC-F3B2E73C45F3}"/>
                </a:ext>
              </a:extLst>
            </p:cNvPr>
            <p:cNvSpPr txBox="1"/>
            <p:nvPr/>
          </p:nvSpPr>
          <p:spPr>
            <a:xfrm>
              <a:off x="6030732" y="2328149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CF3B0C0-63A2-4C5B-9260-FBA404A24F64}"/>
                </a:ext>
              </a:extLst>
            </p:cNvPr>
            <p:cNvSpPr txBox="1"/>
            <p:nvPr/>
          </p:nvSpPr>
          <p:spPr>
            <a:xfrm>
              <a:off x="6657997" y="1107547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647FE3E-4EE5-46B0-AD6A-9CCFC3440EC4}"/>
                </a:ext>
              </a:extLst>
            </p:cNvPr>
            <p:cNvSpPr txBox="1"/>
            <p:nvPr/>
          </p:nvSpPr>
          <p:spPr>
            <a:xfrm>
              <a:off x="7743411" y="1107547"/>
              <a:ext cx="264780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29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0" y="1833326"/>
            <a:ext cx="18427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233" y="2512078"/>
            <a:ext cx="113206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86460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222377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13038"/>
            <a:ext cx="478039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窗口部件可以作为一个容器，展现不同功能的页面。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492581" y="2305938"/>
            <a:ext cx="194326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窗口部件组成部分：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0DE8749-FB45-4D1D-B173-FD20FD383A7A}"/>
              </a:ext>
            </a:extLst>
          </p:cNvPr>
          <p:cNvSpPr txBox="1"/>
          <p:nvPr/>
        </p:nvSpPr>
        <p:spPr>
          <a:xfrm>
            <a:off x="5791031" y="2856348"/>
            <a:ext cx="15291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头部（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Header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EC9C67D-1713-4AA2-B26F-77147A96365E}"/>
              </a:ext>
            </a:extLst>
          </p:cNvPr>
          <p:cNvSpPr/>
          <p:nvPr/>
        </p:nvSpPr>
        <p:spPr>
          <a:xfrm>
            <a:off x="5620630" y="303389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0A15387-52DD-4103-AA8E-1FE8F556C66D}"/>
              </a:ext>
            </a:extLst>
          </p:cNvPr>
          <p:cNvGrpSpPr/>
          <p:nvPr/>
        </p:nvGrpSpPr>
        <p:grpSpPr>
          <a:xfrm>
            <a:off x="646448" y="2064293"/>
            <a:ext cx="3266402" cy="1823085"/>
            <a:chOff x="659148" y="1994443"/>
            <a:chExt cx="3266402" cy="1823085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3F5B62B2-F555-4D0F-8728-5B1218382FAF}"/>
                </a:ext>
              </a:extLst>
            </p:cNvPr>
            <p:cNvSpPr/>
            <p:nvPr/>
          </p:nvSpPr>
          <p:spPr>
            <a:xfrm>
              <a:off x="659149" y="2033588"/>
              <a:ext cx="3266401" cy="1783940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92D1CF5-3D4D-4BE6-9B33-DF86AF570137}"/>
                </a:ext>
              </a:extLst>
            </p:cNvPr>
            <p:cNvSpPr/>
            <p:nvPr/>
          </p:nvSpPr>
          <p:spPr>
            <a:xfrm>
              <a:off x="659148" y="2019351"/>
              <a:ext cx="3266401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6A48FFE-9815-43B2-BEA8-0397237550FE}"/>
                </a:ext>
              </a:extLst>
            </p:cNvPr>
            <p:cNvSpPr/>
            <p:nvPr/>
          </p:nvSpPr>
          <p:spPr>
            <a:xfrm>
              <a:off x="1374672" y="275585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9FA8625-A8C2-452C-95DE-95998EB8267D}"/>
                </a:ext>
              </a:extLst>
            </p:cNvPr>
            <p:cNvSpPr/>
            <p:nvPr/>
          </p:nvSpPr>
          <p:spPr>
            <a:xfrm>
              <a:off x="1310696" y="275585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9BCEE51-EC1F-4F06-BF31-7484ABDEE08C}"/>
                </a:ext>
              </a:extLst>
            </p:cNvPr>
            <p:cNvSpPr/>
            <p:nvPr/>
          </p:nvSpPr>
          <p:spPr>
            <a:xfrm>
              <a:off x="1889683" y="271963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4CDED7B2-D51B-4C87-9CC1-6E4873B43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77" y="2718565"/>
              <a:ext cx="216000" cy="185142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C7A751CE-B88C-4142-9FDE-2AB1C6DD3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77" y="3215003"/>
              <a:ext cx="216000" cy="201406"/>
            </a:xfrm>
            <a:prstGeom prst="rect">
              <a:avLst/>
            </a:prstGeom>
          </p:spPr>
        </p:pic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11C8CE66-8B43-4BB0-B1F5-F53C5358F0FA}"/>
                </a:ext>
              </a:extLst>
            </p:cNvPr>
            <p:cNvSpPr/>
            <p:nvPr/>
          </p:nvSpPr>
          <p:spPr>
            <a:xfrm>
              <a:off x="659149" y="2128519"/>
              <a:ext cx="3266401" cy="20134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4CE70A76-E407-4585-B417-005AD8172807}"/>
                </a:ext>
              </a:extLst>
            </p:cNvPr>
            <p:cNvSpPr/>
            <p:nvPr/>
          </p:nvSpPr>
          <p:spPr>
            <a:xfrm>
              <a:off x="1374672" y="326704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297F5AA-C756-4191-AA61-97F15F3D4303}"/>
                </a:ext>
              </a:extLst>
            </p:cNvPr>
            <p:cNvSpPr/>
            <p:nvPr/>
          </p:nvSpPr>
          <p:spPr>
            <a:xfrm>
              <a:off x="1310696" y="326704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5767B8B9-DAE1-46B4-A8E6-E0FDCD26AAAA}"/>
                </a:ext>
              </a:extLst>
            </p:cNvPr>
            <p:cNvSpPr/>
            <p:nvPr/>
          </p:nvSpPr>
          <p:spPr>
            <a:xfrm>
              <a:off x="1889683" y="323082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5E86B10F-4A7A-4600-82F6-981E84091779}"/>
                </a:ext>
              </a:extLst>
            </p:cNvPr>
            <p:cNvSpPr txBox="1"/>
            <p:nvPr/>
          </p:nvSpPr>
          <p:spPr>
            <a:xfrm>
              <a:off x="835336" y="1994443"/>
              <a:ext cx="68231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2BE1786-5416-478E-A8E4-358C58D93957}"/>
                </a:ext>
              </a:extLst>
            </p:cNvPr>
            <p:cNvCxnSpPr/>
            <p:nvPr/>
          </p:nvCxnSpPr>
          <p:spPr>
            <a:xfrm flipH="1">
              <a:off x="3708129" y="2137917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E9AD969-DFAF-4235-AAC3-0C5D7543C1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8129" y="2137917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C61B7D1-BF93-4ECC-ACA9-F209428BA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446" y="2109471"/>
              <a:ext cx="144000" cy="144000"/>
            </a:xfrm>
            <a:prstGeom prst="rect">
              <a:avLst/>
            </a:prstGeom>
          </p:spPr>
        </p:pic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42E13861-E5B0-46B2-9AEB-615981C58E29}"/>
              </a:ext>
            </a:extLst>
          </p:cNvPr>
          <p:cNvSpPr txBox="1"/>
          <p:nvPr/>
        </p:nvSpPr>
        <p:spPr>
          <a:xfrm>
            <a:off x="5791031" y="3206024"/>
            <a:ext cx="1529174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Content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F52E86D-9954-4E1C-9ABE-50BDB3EB2F2C}"/>
              </a:ext>
            </a:extLst>
          </p:cNvPr>
          <p:cNvSpPr/>
          <p:nvPr/>
        </p:nvSpPr>
        <p:spPr>
          <a:xfrm>
            <a:off x="5620630" y="338357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78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9" grpId="0"/>
      <p:bldP spid="90" grpId="0" animBg="1"/>
      <p:bldP spid="53" grpId="0"/>
      <p:bldP spid="5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21793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窗口部件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(lv_win)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30525"/>
            <a:ext cx="40166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*win = lv_win_create(parent, header_height);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1" y="1303177"/>
            <a:ext cx="207744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：创建窗口部件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807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2139034"/>
            <a:ext cx="227797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：添加标题、按钮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23165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2472077"/>
            <a:ext cx="45309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*title = lv_win_add_title(win, "Setting");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*btn = lv_win_add_btn(win, LV_SYMBOL_CLOSE, 20);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C70CC2-B7FC-4ED6-05CD-E134D9508D7F}"/>
              </a:ext>
            </a:extLst>
          </p:cNvPr>
          <p:cNvSpPr txBox="1"/>
          <p:nvPr/>
        </p:nvSpPr>
        <p:spPr>
          <a:xfrm>
            <a:off x="745880" y="3271739"/>
            <a:ext cx="2127296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：添加主体内容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95D832-8497-7E49-2C96-8340A67EDD3E}"/>
              </a:ext>
            </a:extLst>
          </p:cNvPr>
          <p:cNvSpPr/>
          <p:nvPr/>
        </p:nvSpPr>
        <p:spPr>
          <a:xfrm>
            <a:off x="575479" y="3449288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3B92DD-7F0B-811A-D591-E40945C88E8E}"/>
              </a:ext>
            </a:extLst>
          </p:cNvPr>
          <p:cNvSpPr txBox="1"/>
          <p:nvPr/>
        </p:nvSpPr>
        <p:spPr>
          <a:xfrm>
            <a:off x="733181" y="3604782"/>
            <a:ext cx="6230106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*content = lv_win_get_content(win); 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获取主体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*label = lv_label_create(content);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添加内容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BA475C-B82A-465C-ACDC-7C30F8D7E13D}"/>
              </a:ext>
            </a:extLst>
          </p:cNvPr>
          <p:cNvGrpSpPr/>
          <p:nvPr/>
        </p:nvGrpSpPr>
        <p:grpSpPr>
          <a:xfrm>
            <a:off x="5650431" y="1051838"/>
            <a:ext cx="2708655" cy="2003220"/>
            <a:chOff x="5663131" y="1051838"/>
            <a:chExt cx="2708655" cy="200322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8E3E73B-34F9-46F9-B8FF-CD65EEDF5E4D}"/>
                </a:ext>
              </a:extLst>
            </p:cNvPr>
            <p:cNvSpPr/>
            <p:nvPr/>
          </p:nvSpPr>
          <p:spPr>
            <a:xfrm>
              <a:off x="5844531" y="1601894"/>
              <a:ext cx="2527255" cy="1453164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1280F44-9C69-433E-A414-D47742A8F629}"/>
                </a:ext>
              </a:extLst>
            </p:cNvPr>
            <p:cNvSpPr/>
            <p:nvPr/>
          </p:nvSpPr>
          <p:spPr>
            <a:xfrm>
              <a:off x="5844530" y="1587656"/>
              <a:ext cx="2527255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B8DCF9ED-404A-4AAE-8C07-8255E8440D51}"/>
                </a:ext>
              </a:extLst>
            </p:cNvPr>
            <p:cNvSpPr/>
            <p:nvPr/>
          </p:nvSpPr>
          <p:spPr>
            <a:xfrm>
              <a:off x="6990566" y="2234727"/>
              <a:ext cx="1077716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73AB8B8A-EE3E-4338-8E52-08FBCC36000A}"/>
                </a:ext>
              </a:extLst>
            </p:cNvPr>
            <p:cNvSpPr/>
            <p:nvPr/>
          </p:nvSpPr>
          <p:spPr>
            <a:xfrm>
              <a:off x="6411579" y="2234727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985913E-E300-486C-9AD4-993EB7D9E100}"/>
                </a:ext>
              </a:extLst>
            </p:cNvPr>
            <p:cNvSpPr/>
            <p:nvPr/>
          </p:nvSpPr>
          <p:spPr>
            <a:xfrm>
              <a:off x="6990566" y="2198502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CB635E68-FCE2-474D-9812-60918B794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6860" y="2197434"/>
              <a:ext cx="216000" cy="185142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C7A73486-2406-46F1-A7B1-E9247B22F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6860" y="2579572"/>
              <a:ext cx="216000" cy="201406"/>
            </a:xfrm>
            <a:prstGeom prst="rect">
              <a:avLst/>
            </a:prstGeom>
          </p:spPr>
        </p:pic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3117678A-223D-4844-8A9B-476596CB0802}"/>
                </a:ext>
              </a:extLst>
            </p:cNvPr>
            <p:cNvSpPr/>
            <p:nvPr/>
          </p:nvSpPr>
          <p:spPr>
            <a:xfrm>
              <a:off x="5844531" y="1696824"/>
              <a:ext cx="2527255" cy="20134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E7E47FEF-1590-43BE-816E-EF48DDBB7424}"/>
                </a:ext>
              </a:extLst>
            </p:cNvPr>
            <p:cNvSpPr/>
            <p:nvPr/>
          </p:nvSpPr>
          <p:spPr>
            <a:xfrm>
              <a:off x="6990566" y="2631617"/>
              <a:ext cx="1077716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A8A6A653-9E09-4D9D-89D9-2C2F42B54F35}"/>
                </a:ext>
              </a:extLst>
            </p:cNvPr>
            <p:cNvSpPr/>
            <p:nvPr/>
          </p:nvSpPr>
          <p:spPr>
            <a:xfrm>
              <a:off x="6411579" y="2631617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91E506C-3A6A-4513-9BFB-8569D17AC2DE}"/>
                </a:ext>
              </a:extLst>
            </p:cNvPr>
            <p:cNvSpPr/>
            <p:nvPr/>
          </p:nvSpPr>
          <p:spPr>
            <a:xfrm>
              <a:off x="6990566" y="2595392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4D7DD25F-19D0-40F7-9B9E-FAF773781A93}"/>
                </a:ext>
              </a:extLst>
            </p:cNvPr>
            <p:cNvSpPr txBox="1"/>
            <p:nvPr/>
          </p:nvSpPr>
          <p:spPr>
            <a:xfrm>
              <a:off x="6020718" y="1566717"/>
              <a:ext cx="682314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E1658C50-0BCF-4A98-AB33-DC38D31E7C65}"/>
                </a:ext>
              </a:extLst>
            </p:cNvPr>
            <p:cNvCxnSpPr/>
            <p:nvPr/>
          </p:nvCxnSpPr>
          <p:spPr>
            <a:xfrm flipH="1">
              <a:off x="8179136" y="1708560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41A36E9-DEA0-4879-B95D-3A3530F9D3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9136" y="1708560"/>
              <a:ext cx="72000" cy="7200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CDAF113F-61EC-4737-8131-C04F29892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4828" y="1677776"/>
              <a:ext cx="144000" cy="144000"/>
            </a:xfrm>
            <a:prstGeom prst="rect">
              <a:avLst/>
            </a:prstGeom>
          </p:spPr>
        </p:pic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65996CB-0C49-4AD4-BEFE-F84EB89042A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567" y="1592070"/>
              <a:ext cx="2431" cy="310561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472C673-0621-4288-A07F-05CB563FFCFE}"/>
                </a:ext>
              </a:extLst>
            </p:cNvPr>
            <p:cNvCxnSpPr>
              <a:cxnSpLocks/>
            </p:cNvCxnSpPr>
            <p:nvPr/>
          </p:nvCxnSpPr>
          <p:spPr>
            <a:xfrm>
              <a:off x="5663927" y="1595705"/>
              <a:ext cx="183909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F7C0620-DE83-46D4-A54C-56E1BD326C1B}"/>
                </a:ext>
              </a:extLst>
            </p:cNvPr>
            <p:cNvSpPr txBox="1"/>
            <p:nvPr/>
          </p:nvSpPr>
          <p:spPr>
            <a:xfrm>
              <a:off x="5814499" y="1051838"/>
              <a:ext cx="1176068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header_height</a:t>
              </a:r>
              <a:endPara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77EEB100-DE61-45FD-8609-ACC5E37DA675}"/>
                </a:ext>
              </a:extLst>
            </p:cNvPr>
            <p:cNvCxnSpPr>
              <a:cxnSpLocks/>
            </p:cNvCxnSpPr>
            <p:nvPr/>
          </p:nvCxnSpPr>
          <p:spPr>
            <a:xfrm>
              <a:off x="5663131" y="1901044"/>
              <a:ext cx="18232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172DE47E-63B1-45B4-A4FB-912A7917F0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567" y="1366866"/>
              <a:ext cx="155026" cy="22782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47C881C-1BB5-4CFB-86BA-80EE83AF2B61}"/>
                </a:ext>
              </a:extLst>
            </p:cNvPr>
            <p:cNvCxnSpPr>
              <a:cxnSpLocks/>
            </p:cNvCxnSpPr>
            <p:nvPr/>
          </p:nvCxnSpPr>
          <p:spPr>
            <a:xfrm>
              <a:off x="5907212" y="1366866"/>
              <a:ext cx="968063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696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8" grpId="0"/>
      <p:bldP spid="10" grpId="0" animBg="1"/>
      <p:bldP spid="2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1833326"/>
            <a:ext cx="2254250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1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014761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304292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0" y="1043188"/>
            <a:ext cx="580275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消息框部件可以实现弹窗提示，常用于消息通知、确定操作等。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71931" y="1797938"/>
            <a:ext cx="211471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消息框部件组成部分：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0DE8749-FB45-4D1D-B173-FD20FD383A7A}"/>
              </a:ext>
            </a:extLst>
          </p:cNvPr>
          <p:cNvSpPr txBox="1"/>
          <p:nvPr/>
        </p:nvSpPr>
        <p:spPr>
          <a:xfrm>
            <a:off x="5670381" y="2291198"/>
            <a:ext cx="10733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obj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EC9C67D-1713-4AA2-B26F-77147A96365E}"/>
              </a:ext>
            </a:extLst>
          </p:cNvPr>
          <p:cNvSpPr/>
          <p:nvPr/>
        </p:nvSpPr>
        <p:spPr>
          <a:xfrm>
            <a:off x="5512680" y="248144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2E13861-E5B0-46B2-9AEB-615981C58E29}"/>
              </a:ext>
            </a:extLst>
          </p:cNvPr>
          <p:cNvSpPr txBox="1"/>
          <p:nvPr/>
        </p:nvSpPr>
        <p:spPr>
          <a:xfrm>
            <a:off x="5670381" y="2627536"/>
            <a:ext cx="116221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标题（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title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F52E86D-9954-4E1C-9ABE-50BDB3EB2F2C}"/>
              </a:ext>
            </a:extLst>
          </p:cNvPr>
          <p:cNvSpPr/>
          <p:nvPr/>
        </p:nvSpPr>
        <p:spPr>
          <a:xfrm>
            <a:off x="5512680" y="2817785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0A943C7-A2D3-4626-AE17-C989EB6B4B8C}"/>
              </a:ext>
            </a:extLst>
          </p:cNvPr>
          <p:cNvGrpSpPr/>
          <p:nvPr/>
        </p:nvGrpSpPr>
        <p:grpSpPr>
          <a:xfrm>
            <a:off x="646448" y="1870867"/>
            <a:ext cx="3266402" cy="2154415"/>
            <a:chOff x="646448" y="1972467"/>
            <a:chExt cx="3266402" cy="2154415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F6AF51B-4F3B-4647-B249-E220D6CE5D2C}"/>
                </a:ext>
              </a:extLst>
            </p:cNvPr>
            <p:cNvSpPr/>
            <p:nvPr/>
          </p:nvSpPr>
          <p:spPr>
            <a:xfrm>
              <a:off x="646449" y="2008187"/>
              <a:ext cx="3266401" cy="2118695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FE42AA0-FA7E-4426-A264-7E047E7781E9}"/>
                </a:ext>
              </a:extLst>
            </p:cNvPr>
            <p:cNvSpPr/>
            <p:nvPr/>
          </p:nvSpPr>
          <p:spPr>
            <a:xfrm>
              <a:off x="646448" y="1993951"/>
              <a:ext cx="3266401" cy="267332"/>
            </a:xfrm>
            <a:prstGeom prst="roundRect">
              <a:avLst>
                <a:gd name="adj" fmla="val 2712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C39A3763-4BEA-4413-8DE0-4C929EF6A303}"/>
                </a:ext>
              </a:extLst>
            </p:cNvPr>
            <p:cNvSpPr/>
            <p:nvPr/>
          </p:nvSpPr>
          <p:spPr>
            <a:xfrm>
              <a:off x="1361972" y="292095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A107AE04-66F8-4895-B9A0-3ED87F0E652B}"/>
                </a:ext>
              </a:extLst>
            </p:cNvPr>
            <p:cNvSpPr/>
            <p:nvPr/>
          </p:nvSpPr>
          <p:spPr>
            <a:xfrm>
              <a:off x="1297996" y="292095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F4FA496-59C5-4422-9AED-58777A149929}"/>
                </a:ext>
              </a:extLst>
            </p:cNvPr>
            <p:cNvSpPr/>
            <p:nvPr/>
          </p:nvSpPr>
          <p:spPr>
            <a:xfrm>
              <a:off x="1876983" y="288473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AD726F47-9CB5-4613-8A92-E3AFB7DDC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277" y="2883665"/>
              <a:ext cx="216000" cy="185142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29696D14-A334-49F0-9038-7477B0D43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277" y="3380103"/>
              <a:ext cx="216000" cy="201406"/>
            </a:xfrm>
            <a:prstGeom prst="rect">
              <a:avLst/>
            </a:prstGeom>
          </p:spPr>
        </p:pic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183FA64-D899-49C5-BCF3-A915C4615CDB}"/>
                </a:ext>
              </a:extLst>
            </p:cNvPr>
            <p:cNvSpPr/>
            <p:nvPr/>
          </p:nvSpPr>
          <p:spPr>
            <a:xfrm>
              <a:off x="646449" y="2103119"/>
              <a:ext cx="3266401" cy="22656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7D420DF1-3034-4622-97F2-63DACFBEE7A4}"/>
                </a:ext>
              </a:extLst>
            </p:cNvPr>
            <p:cNvSpPr/>
            <p:nvPr/>
          </p:nvSpPr>
          <p:spPr>
            <a:xfrm>
              <a:off x="1361972" y="3432148"/>
              <a:ext cx="2079728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8D094729-D2A6-4CA6-9E31-1F2BE3E070AC}"/>
                </a:ext>
              </a:extLst>
            </p:cNvPr>
            <p:cNvSpPr/>
            <p:nvPr/>
          </p:nvSpPr>
          <p:spPr>
            <a:xfrm>
              <a:off x="1297996" y="3432148"/>
              <a:ext cx="688390" cy="10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5A745C1-C544-44E7-917D-04044DD84466}"/>
                </a:ext>
              </a:extLst>
            </p:cNvPr>
            <p:cNvSpPr/>
            <p:nvPr/>
          </p:nvSpPr>
          <p:spPr>
            <a:xfrm>
              <a:off x="1876983" y="3395923"/>
              <a:ext cx="180000" cy="1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9A89195-B7BA-46A8-932C-57449A897F10}"/>
                </a:ext>
              </a:extLst>
            </p:cNvPr>
            <p:cNvSpPr txBox="1"/>
            <p:nvPr/>
          </p:nvSpPr>
          <p:spPr>
            <a:xfrm>
              <a:off x="858354" y="1972467"/>
              <a:ext cx="729939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Setting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666461CE-8F9A-47B0-BA81-61639B58B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46" y="2077721"/>
              <a:ext cx="177212" cy="177212"/>
            </a:xfrm>
            <a:prstGeom prst="rect">
              <a:avLst/>
            </a:prstGeom>
          </p:spPr>
        </p:pic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4BA5995A-7EB6-4F09-A18F-DC3E85E2DA29}"/>
                </a:ext>
              </a:extLst>
            </p:cNvPr>
            <p:cNvSpPr/>
            <p:nvPr/>
          </p:nvSpPr>
          <p:spPr>
            <a:xfrm>
              <a:off x="1311613" y="2691443"/>
              <a:ext cx="1977686" cy="1056126"/>
            </a:xfrm>
            <a:prstGeom prst="roundRect">
              <a:avLst>
                <a:gd name="adj" fmla="val 3361"/>
              </a:avLst>
            </a:prstGeom>
            <a:solidFill>
              <a:srgbClr val="FFFFFF">
                <a:alpha val="9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53F08AD-772C-4309-9AFB-3F12D5B1C69D}"/>
                </a:ext>
              </a:extLst>
            </p:cNvPr>
            <p:cNvSpPr txBox="1"/>
            <p:nvPr/>
          </p:nvSpPr>
          <p:spPr>
            <a:xfrm>
              <a:off x="1357405" y="2955679"/>
              <a:ext cx="1614394" cy="5178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音量过大可能会损伤听力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是否继续？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3CBB21F-4218-46D5-BF4E-B7B8D26B8851}"/>
                </a:ext>
              </a:extLst>
            </p:cNvPr>
            <p:cNvSpPr txBox="1"/>
            <p:nvPr/>
          </p:nvSpPr>
          <p:spPr>
            <a:xfrm>
              <a:off x="2317666" y="3385929"/>
              <a:ext cx="442017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accent1">
                      <a:lumMod val="50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继续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3D61C9E-85F9-47E8-B2EB-CF00B9620181}"/>
                </a:ext>
              </a:extLst>
            </p:cNvPr>
            <p:cNvSpPr txBox="1"/>
            <p:nvPr/>
          </p:nvSpPr>
          <p:spPr>
            <a:xfrm>
              <a:off x="2733694" y="3385929"/>
              <a:ext cx="442017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accent1">
                      <a:lumMod val="50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取消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4461AB97-8770-4206-868C-EE6F8DCAF41B}"/>
                </a:ext>
              </a:extLst>
            </p:cNvPr>
            <p:cNvCxnSpPr/>
            <p:nvPr/>
          </p:nvCxnSpPr>
          <p:spPr>
            <a:xfrm flipH="1">
              <a:off x="3084574" y="2819531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40D8748-0E32-42E5-A817-056FDF10F7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84574" y="2819531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DF65344-0F62-4F56-9F41-382DBFD6A0D6}"/>
                </a:ext>
              </a:extLst>
            </p:cNvPr>
            <p:cNvSpPr txBox="1"/>
            <p:nvPr/>
          </p:nvSpPr>
          <p:spPr>
            <a:xfrm>
              <a:off x="1357405" y="2704745"/>
              <a:ext cx="519578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注意：</a:t>
              </a: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C788A610-D225-4BD5-BA7D-CC9B1E6F64EC}"/>
              </a:ext>
            </a:extLst>
          </p:cNvPr>
          <p:cNvSpPr txBox="1"/>
          <p:nvPr/>
        </p:nvSpPr>
        <p:spPr>
          <a:xfrm>
            <a:off x="5670381" y="2963874"/>
            <a:ext cx="19909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关闭按钮（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close_btn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21A493C2-8DF3-4D72-BBB5-0F96849F83EB}"/>
              </a:ext>
            </a:extLst>
          </p:cNvPr>
          <p:cNvSpPr/>
          <p:nvPr/>
        </p:nvSpPr>
        <p:spPr>
          <a:xfrm>
            <a:off x="5512680" y="315412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1F5CB27-9830-44E6-937D-8D88440E1C30}"/>
              </a:ext>
            </a:extLst>
          </p:cNvPr>
          <p:cNvSpPr txBox="1"/>
          <p:nvPr/>
        </p:nvSpPr>
        <p:spPr>
          <a:xfrm>
            <a:off x="5670381" y="3300212"/>
            <a:ext cx="14606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内容（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content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13E7C10-3CE6-4BBB-9F92-6D7FFE67547F}"/>
              </a:ext>
            </a:extLst>
          </p:cNvPr>
          <p:cNvSpPr/>
          <p:nvPr/>
        </p:nvSpPr>
        <p:spPr>
          <a:xfrm>
            <a:off x="5512680" y="349046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42FAC22-A31B-45CD-8D37-47A6BE5F4C91}"/>
              </a:ext>
            </a:extLst>
          </p:cNvPr>
          <p:cNvSpPr txBox="1"/>
          <p:nvPr/>
        </p:nvSpPr>
        <p:spPr>
          <a:xfrm>
            <a:off x="5670381" y="3636550"/>
            <a:ext cx="1990997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按钮矩阵（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btnmatrix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C1846B5D-2CBC-4401-941A-7F6192D0614A}"/>
              </a:ext>
            </a:extLst>
          </p:cNvPr>
          <p:cNvSpPr/>
          <p:nvPr/>
        </p:nvSpPr>
        <p:spPr>
          <a:xfrm>
            <a:off x="5512680" y="3826799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51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9" grpId="0"/>
      <p:bldP spid="90" grpId="0" animBg="1"/>
      <p:bldP spid="53" grpId="0"/>
      <p:bldP spid="54" grpId="0" animBg="1"/>
      <p:bldP spid="43" grpId="0"/>
      <p:bldP spid="44" grpId="0" animBg="1"/>
      <p:bldP spid="45" grpId="0"/>
      <p:bldP spid="48" grpId="0" animBg="1"/>
      <p:bldP spid="52" grpId="0"/>
      <p:bldP spid="5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消息框部件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(lv_msgbox)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624175"/>
            <a:ext cx="75472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static const char *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btns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[] = { "Continue", "Close", "" };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*msgbox = lv_msgbox_create( lv_scr_act(), "Notice", "Do you want to continue?", 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btns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true 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296827"/>
            <a:ext cx="23021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：创建消息框部件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4743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3199484"/>
            <a:ext cx="26005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：获取按钮索引、文本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33770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3532527"/>
            <a:ext cx="711542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*target = lv_event_get_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current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_target(e);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获取当前触发源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lv_msgbox_get_active_btn(target);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获取按钮索引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lv_msgbox_get_active_btn_text(target);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获取按钮文本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3E3E7A8-B8FC-4D81-A8F3-D2BC5514D4A4}"/>
              </a:ext>
            </a:extLst>
          </p:cNvPr>
          <p:cNvSpPr txBox="1"/>
          <p:nvPr/>
        </p:nvSpPr>
        <p:spPr>
          <a:xfrm>
            <a:off x="745880" y="2392603"/>
            <a:ext cx="19020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：关闭消息框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D7FF6BE-348B-4B2C-99CE-EC8782DF8936}"/>
              </a:ext>
            </a:extLst>
          </p:cNvPr>
          <p:cNvSpPr/>
          <p:nvPr/>
        </p:nvSpPr>
        <p:spPr>
          <a:xfrm>
            <a:off x="575479" y="25701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3E44C14-3E77-407B-BB9C-46525611F8E6}"/>
              </a:ext>
            </a:extLst>
          </p:cNvPr>
          <p:cNvSpPr txBox="1"/>
          <p:nvPr/>
        </p:nvSpPr>
        <p:spPr>
          <a:xfrm>
            <a:off x="733180" y="2725646"/>
            <a:ext cx="2149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lv_msgbox_close(msgbox);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27BADC-BCF2-48E8-BD54-4C52273C3E46}"/>
              </a:ext>
            </a:extLst>
          </p:cNvPr>
          <p:cNvGrpSpPr/>
          <p:nvPr/>
        </p:nvGrpSpPr>
        <p:grpSpPr>
          <a:xfrm>
            <a:off x="6155293" y="811971"/>
            <a:ext cx="1772961" cy="911305"/>
            <a:chOff x="6279265" y="837455"/>
            <a:chExt cx="1772961" cy="911305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B7CF7B80-3163-41B7-8F0F-2949775DA67D}"/>
                </a:ext>
              </a:extLst>
            </p:cNvPr>
            <p:cNvSpPr/>
            <p:nvPr/>
          </p:nvSpPr>
          <p:spPr>
            <a:xfrm>
              <a:off x="6279265" y="837455"/>
              <a:ext cx="1772961" cy="911305"/>
            </a:xfrm>
            <a:prstGeom prst="roundRect">
              <a:avLst>
                <a:gd name="adj" fmla="val 3361"/>
              </a:avLst>
            </a:prstGeom>
            <a:solidFill>
              <a:srgbClr val="FFFFFF">
                <a:alpha val="94902"/>
              </a:srgbClr>
            </a:solidFill>
            <a:ln w="31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DC2E4E5-E376-464F-86ED-710199BCEBEB}"/>
                </a:ext>
              </a:extLst>
            </p:cNvPr>
            <p:cNvSpPr txBox="1"/>
            <p:nvPr/>
          </p:nvSpPr>
          <p:spPr>
            <a:xfrm>
              <a:off x="6325057" y="1108041"/>
              <a:ext cx="161439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Do you want to continue?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31997-0FF0-4C18-92ED-23D10F82286B}"/>
                </a:ext>
              </a:extLst>
            </p:cNvPr>
            <p:cNvSpPr txBox="1"/>
            <p:nvPr/>
          </p:nvSpPr>
          <p:spPr>
            <a:xfrm>
              <a:off x="6780332" y="1379541"/>
              <a:ext cx="71840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accent1">
                      <a:lumMod val="7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Continue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9E6A116-C69E-48A8-A5DF-85AB0034BD4E}"/>
                </a:ext>
              </a:extLst>
            </p:cNvPr>
            <p:cNvSpPr txBox="1"/>
            <p:nvPr/>
          </p:nvSpPr>
          <p:spPr>
            <a:xfrm>
              <a:off x="7447937" y="1379541"/>
              <a:ext cx="504840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accent1">
                      <a:lumMod val="7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Close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B5E8E0E-990A-4E32-8E61-0C734B42B148}"/>
                </a:ext>
              </a:extLst>
            </p:cNvPr>
            <p:cNvCxnSpPr/>
            <p:nvPr/>
          </p:nvCxnSpPr>
          <p:spPr>
            <a:xfrm flipH="1">
              <a:off x="7842676" y="965543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A553CBB-203E-4874-8FB7-B49DB83DB2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42676" y="965543"/>
              <a:ext cx="72000" cy="7200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120CAFC-1E33-4818-A392-8219C9860F65}"/>
                </a:ext>
              </a:extLst>
            </p:cNvPr>
            <p:cNvSpPr txBox="1"/>
            <p:nvPr/>
          </p:nvSpPr>
          <p:spPr>
            <a:xfrm>
              <a:off x="6312357" y="850757"/>
              <a:ext cx="614024" cy="2996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FF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Notice</a:t>
              </a:r>
              <a:endParaRPr lang="zh-CN" altLang="en-US" sz="100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A439AC3B-7AEC-45AA-9A10-BD2129695AD3}"/>
              </a:ext>
            </a:extLst>
          </p:cNvPr>
          <p:cNvSpPr txBox="1"/>
          <p:nvPr/>
        </p:nvSpPr>
        <p:spPr>
          <a:xfrm>
            <a:off x="4580601" y="2489523"/>
            <a:ext cx="53339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标题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72DA6C2-8D86-4B28-B559-5678D085A423}"/>
              </a:ext>
            </a:extLst>
          </p:cNvPr>
          <p:cNvCxnSpPr>
            <a:cxnSpLocks/>
          </p:cNvCxnSpPr>
          <p:nvPr/>
        </p:nvCxnSpPr>
        <p:spPr>
          <a:xfrm flipV="1">
            <a:off x="4847296" y="2214725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49FB863F-9901-4FFE-81B9-1F87EA69B12B}"/>
              </a:ext>
            </a:extLst>
          </p:cNvPr>
          <p:cNvSpPr txBox="1"/>
          <p:nvPr/>
        </p:nvSpPr>
        <p:spPr>
          <a:xfrm>
            <a:off x="5727702" y="2487005"/>
            <a:ext cx="79374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主体文本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5DEF6D9-3298-432A-A7EB-81D924B995FF}"/>
              </a:ext>
            </a:extLst>
          </p:cNvPr>
          <p:cNvCxnSpPr>
            <a:cxnSpLocks/>
          </p:cNvCxnSpPr>
          <p:nvPr/>
        </p:nvCxnSpPr>
        <p:spPr>
          <a:xfrm flipV="1">
            <a:off x="6113739" y="2212207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937BAFE-D05C-4DD5-94B1-4796370751E5}"/>
              </a:ext>
            </a:extLst>
          </p:cNvPr>
          <p:cNvSpPr txBox="1"/>
          <p:nvPr/>
        </p:nvSpPr>
        <p:spPr>
          <a:xfrm>
            <a:off x="6911600" y="2487005"/>
            <a:ext cx="79374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按钮矩阵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189E81CB-6E30-4325-9ABB-1FDD7D9D9EB6}"/>
              </a:ext>
            </a:extLst>
          </p:cNvPr>
          <p:cNvCxnSpPr>
            <a:cxnSpLocks/>
          </p:cNvCxnSpPr>
          <p:nvPr/>
        </p:nvCxnSpPr>
        <p:spPr>
          <a:xfrm flipV="1">
            <a:off x="7432303" y="2212207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EF76C33-39CE-4D65-8087-F430EA990A73}"/>
              </a:ext>
            </a:extLst>
          </p:cNvPr>
          <p:cNvSpPr txBox="1"/>
          <p:nvPr/>
        </p:nvSpPr>
        <p:spPr>
          <a:xfrm>
            <a:off x="7679949" y="2485524"/>
            <a:ext cx="7937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关闭按钮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19F1C003-6B70-4A20-B596-1F4C795ABE0C}"/>
              </a:ext>
            </a:extLst>
          </p:cNvPr>
          <p:cNvCxnSpPr>
            <a:cxnSpLocks/>
          </p:cNvCxnSpPr>
          <p:nvPr/>
        </p:nvCxnSpPr>
        <p:spPr>
          <a:xfrm flipV="1">
            <a:off x="7902195" y="2210726"/>
            <a:ext cx="0" cy="28800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8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  <p:bldP spid="56" grpId="0"/>
      <p:bldP spid="62" grpId="0"/>
      <p:bldP spid="64" grpId="0"/>
      <p:bldP spid="74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1833326"/>
            <a:ext cx="2254250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183" y="2512078"/>
            <a:ext cx="1628633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586735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F6AF51B-4F3B-4647-B249-E220D6CE5D2C}"/>
              </a:ext>
            </a:extLst>
          </p:cNvPr>
          <p:cNvSpPr/>
          <p:nvPr/>
        </p:nvSpPr>
        <p:spPr>
          <a:xfrm>
            <a:off x="646449" y="2078037"/>
            <a:ext cx="3266401" cy="1917337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92030DB-22DF-4223-8170-4BC2C7399E0B}"/>
              </a:ext>
            </a:extLst>
          </p:cNvPr>
          <p:cNvSpPr/>
          <p:nvPr/>
        </p:nvSpPr>
        <p:spPr>
          <a:xfrm>
            <a:off x="2439705" y="3306598"/>
            <a:ext cx="677290" cy="267501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304292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19388"/>
            <a:ext cx="63996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微调器部件本质上就是一个数字文本，常用于精确调节某个参数的值。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90981" y="2274188"/>
            <a:ext cx="211471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微调器部件组成部分：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756676B-6007-47A7-B5F6-CCE6C466733B}"/>
              </a:ext>
            </a:extLst>
          </p:cNvPr>
          <p:cNvSpPr txBox="1"/>
          <p:nvPr/>
        </p:nvSpPr>
        <p:spPr>
          <a:xfrm>
            <a:off x="1599731" y="2759783"/>
            <a:ext cx="89999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电压阈值：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CF1994D-E461-4355-8E82-9D5C484BAF8C}"/>
              </a:ext>
            </a:extLst>
          </p:cNvPr>
          <p:cNvSpPr/>
          <p:nvPr/>
        </p:nvSpPr>
        <p:spPr>
          <a:xfrm>
            <a:off x="2445544" y="2823960"/>
            <a:ext cx="677290" cy="268061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868CEB5-07E5-46FA-B478-A3BE9BA62C8F}"/>
              </a:ext>
            </a:extLst>
          </p:cNvPr>
          <p:cNvSpPr txBox="1"/>
          <p:nvPr/>
        </p:nvSpPr>
        <p:spPr>
          <a:xfrm>
            <a:off x="3382238" y="2770613"/>
            <a:ext cx="30584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5B0E6B4B-9A9F-4236-960A-720F8A2871B6}"/>
              </a:ext>
            </a:extLst>
          </p:cNvPr>
          <p:cNvSpPr/>
          <p:nvPr/>
        </p:nvSpPr>
        <p:spPr>
          <a:xfrm>
            <a:off x="646448" y="2078195"/>
            <a:ext cx="3266401" cy="267332"/>
          </a:xfrm>
          <a:prstGeom prst="roundRect">
            <a:avLst>
              <a:gd name="adj" fmla="val 2712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77B1427E-304B-4A96-9A68-0140FDAE29F3}"/>
              </a:ext>
            </a:extLst>
          </p:cNvPr>
          <p:cNvSpPr/>
          <p:nvPr/>
        </p:nvSpPr>
        <p:spPr>
          <a:xfrm>
            <a:off x="646449" y="2187363"/>
            <a:ext cx="3266401" cy="22656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178CE7E-A444-41F2-9CF5-961AFB7F2C44}"/>
              </a:ext>
            </a:extLst>
          </p:cNvPr>
          <p:cNvSpPr txBox="1"/>
          <p:nvPr/>
        </p:nvSpPr>
        <p:spPr>
          <a:xfrm>
            <a:off x="858354" y="2056711"/>
            <a:ext cx="729939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Setting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34A486A4-9A3E-4716-AB63-9579DBDE2BE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46" y="2161965"/>
            <a:ext cx="177212" cy="177212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7DF2D7BB-D11B-4C12-81AA-B241B0CF595A}"/>
              </a:ext>
            </a:extLst>
          </p:cNvPr>
          <p:cNvSpPr txBox="1"/>
          <p:nvPr/>
        </p:nvSpPr>
        <p:spPr>
          <a:xfrm>
            <a:off x="1599731" y="3250104"/>
            <a:ext cx="89999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电流阈值：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F810F82-806E-4955-9CF8-DCD3002BF655}"/>
              </a:ext>
            </a:extLst>
          </p:cNvPr>
          <p:cNvSpPr txBox="1"/>
          <p:nvPr/>
        </p:nvSpPr>
        <p:spPr>
          <a:xfrm>
            <a:off x="3382238" y="3260987"/>
            <a:ext cx="30584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0FB5BBC-281B-45A2-8FB6-B764C9D01FE3}"/>
              </a:ext>
            </a:extLst>
          </p:cNvPr>
          <p:cNvSpPr/>
          <p:nvPr/>
        </p:nvSpPr>
        <p:spPr>
          <a:xfrm>
            <a:off x="3122835" y="2823960"/>
            <a:ext cx="226619" cy="268061"/>
          </a:xfrm>
          <a:prstGeom prst="roundRect">
            <a:avLst>
              <a:gd name="adj" fmla="val 336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2738508E-B603-4C38-ACC8-A95C8BAF5F79}"/>
              </a:ext>
            </a:extLst>
          </p:cNvPr>
          <p:cNvSpPr/>
          <p:nvPr/>
        </p:nvSpPr>
        <p:spPr>
          <a:xfrm>
            <a:off x="3211757" y="2904240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620345FD-C495-48D9-80B9-47A0B544A1B1}"/>
              </a:ext>
            </a:extLst>
          </p:cNvPr>
          <p:cNvSpPr/>
          <p:nvPr/>
        </p:nvSpPr>
        <p:spPr>
          <a:xfrm flipV="1">
            <a:off x="3211757" y="2987885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0C91987-2B7C-404C-9808-50086A03DC6B}"/>
              </a:ext>
            </a:extLst>
          </p:cNvPr>
          <p:cNvSpPr/>
          <p:nvPr/>
        </p:nvSpPr>
        <p:spPr>
          <a:xfrm>
            <a:off x="3115726" y="3306598"/>
            <a:ext cx="226619" cy="267501"/>
          </a:xfrm>
          <a:prstGeom prst="roundRect">
            <a:avLst>
              <a:gd name="adj" fmla="val 336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CB66FA01-6875-4CE7-AD9B-DB742A027776}"/>
              </a:ext>
            </a:extLst>
          </p:cNvPr>
          <p:cNvSpPr/>
          <p:nvPr/>
        </p:nvSpPr>
        <p:spPr>
          <a:xfrm>
            <a:off x="3211757" y="3388521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>
            <a:extLst>
              <a:ext uri="{FF2B5EF4-FFF2-40B4-BE49-F238E27FC236}">
                <a16:creationId xmlns:a16="http://schemas.microsoft.com/office/drawing/2014/main" id="{31905C54-D95E-4F46-A167-C0F0BD689D74}"/>
              </a:ext>
            </a:extLst>
          </p:cNvPr>
          <p:cNvSpPr/>
          <p:nvPr/>
        </p:nvSpPr>
        <p:spPr>
          <a:xfrm flipV="1">
            <a:off x="3211757" y="3472166"/>
            <a:ext cx="54000" cy="3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CA113DA-D266-44DD-827E-521478B4BC21}"/>
              </a:ext>
            </a:extLst>
          </p:cNvPr>
          <p:cNvSpPr txBox="1"/>
          <p:nvPr/>
        </p:nvSpPr>
        <p:spPr>
          <a:xfrm>
            <a:off x="5405509" y="279395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5546EC14-6552-467F-BAB4-CC581F3BEF22}"/>
              </a:ext>
            </a:extLst>
          </p:cNvPr>
          <p:cNvSpPr/>
          <p:nvPr/>
        </p:nvSpPr>
        <p:spPr>
          <a:xfrm>
            <a:off x="5235509" y="297150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F4A7F1F-0C4C-4B2D-BCA3-3E787C31FB86}"/>
              </a:ext>
            </a:extLst>
          </p:cNvPr>
          <p:cNvSpPr txBox="1"/>
          <p:nvPr/>
        </p:nvSpPr>
        <p:spPr>
          <a:xfrm>
            <a:off x="5425431" y="3217924"/>
            <a:ext cx="217193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光标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(LV_PART_CURSOR)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EE0656CE-E527-4A2A-BB00-78316DD5ACEB}"/>
              </a:ext>
            </a:extLst>
          </p:cNvPr>
          <p:cNvSpPr/>
          <p:nvPr/>
        </p:nvSpPr>
        <p:spPr>
          <a:xfrm>
            <a:off x="5255032" y="3400237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D438FD9-E125-4A80-B990-CC149D742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61" y="2854570"/>
            <a:ext cx="707150" cy="679282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4549FBFA-B94B-4E4F-9906-540608BCD109}"/>
              </a:ext>
            </a:extLst>
          </p:cNvPr>
          <p:cNvSpPr/>
          <p:nvPr/>
        </p:nvSpPr>
        <p:spPr>
          <a:xfrm>
            <a:off x="2705879" y="2823960"/>
            <a:ext cx="105543" cy="268062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CDE1DAD-8351-4B0C-B6EB-AC1AEBF8CB5B}"/>
              </a:ext>
            </a:extLst>
          </p:cNvPr>
          <p:cNvSpPr/>
          <p:nvPr/>
        </p:nvSpPr>
        <p:spPr>
          <a:xfrm>
            <a:off x="2703498" y="3306741"/>
            <a:ext cx="105543" cy="268062"/>
          </a:xfrm>
          <a:prstGeom prst="rect">
            <a:avLst/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3C9FFBA-3F1C-4756-A679-E1750E96CE24}"/>
              </a:ext>
            </a:extLst>
          </p:cNvPr>
          <p:cNvSpPr txBox="1"/>
          <p:nvPr/>
        </p:nvSpPr>
        <p:spPr>
          <a:xfrm>
            <a:off x="2419406" y="3258184"/>
            <a:ext cx="70294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+10.05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9DA5017-096B-4166-83B6-56B8284DD5B6}"/>
              </a:ext>
            </a:extLst>
          </p:cNvPr>
          <p:cNvSpPr txBox="1"/>
          <p:nvPr/>
        </p:nvSpPr>
        <p:spPr>
          <a:xfrm>
            <a:off x="2424961" y="2774955"/>
            <a:ext cx="70294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+12.10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820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4" grpId="0" animBg="1"/>
      <p:bldP spid="29" grpId="0"/>
      <p:bldP spid="55" grpId="0"/>
      <p:bldP spid="52" grpId="0"/>
      <p:bldP spid="57" grpId="0" animBg="1"/>
      <p:bldP spid="64" grpId="0"/>
      <p:bldP spid="65" grpId="0" animBg="1"/>
      <p:bldP spid="68" grpId="0" animBg="1"/>
      <p:bldP spid="69" grpId="0"/>
      <p:bldP spid="71" grpId="0"/>
      <p:bldP spid="73" grpId="0"/>
      <p:bldP spid="80" grpId="0" animBg="1"/>
      <p:bldP spid="14" grpId="0" animBg="1"/>
      <p:bldP spid="77" grpId="0" animBg="1"/>
      <p:bldP spid="81" grpId="0" animBg="1"/>
      <p:bldP spid="78" grpId="0" animBg="1"/>
      <p:bldP spid="79" grpId="0" animBg="1"/>
      <p:bldP spid="82" grpId="0"/>
      <p:bldP spid="83" grpId="0" animBg="1"/>
      <p:bldP spid="88" grpId="0"/>
      <p:bldP spid="91" grpId="0" animBg="1"/>
      <p:bldP spid="42" grpId="0" animBg="1"/>
      <p:bldP spid="43" grpId="0" animBg="1"/>
      <p:bldP spid="72" grpId="0"/>
      <p:bldP spid="6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725775"/>
            <a:ext cx="3546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*spinbox = lv_spinbox_create(parent);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398427"/>
            <a:ext cx="2264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：创建微调器部件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5759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33201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：设置步进值、范围值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34976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3653177"/>
            <a:ext cx="77821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lv_spinbox_set_step(spinbox, 200);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设置步进值，默认为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lv_spinbox_set_range(spinbox, -1000, 1000);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设置范围值，默认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±99999*/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3E3E7A8-B8FC-4D81-A8F3-D2BC5514D4A4}"/>
              </a:ext>
            </a:extLst>
          </p:cNvPr>
          <p:cNvSpPr txBox="1"/>
          <p:nvPr/>
        </p:nvSpPr>
        <p:spPr>
          <a:xfrm>
            <a:off x="745880" y="2214803"/>
            <a:ext cx="22640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：数值递增、递减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D7FF6BE-348B-4B2C-99CE-EC8782DF8936}"/>
              </a:ext>
            </a:extLst>
          </p:cNvPr>
          <p:cNvSpPr/>
          <p:nvPr/>
        </p:nvSpPr>
        <p:spPr>
          <a:xfrm>
            <a:off x="575479" y="23923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3E44C14-3E77-407B-BB9C-46525611F8E6}"/>
              </a:ext>
            </a:extLst>
          </p:cNvPr>
          <p:cNvSpPr txBox="1"/>
          <p:nvPr/>
        </p:nvSpPr>
        <p:spPr>
          <a:xfrm>
            <a:off x="733180" y="2547846"/>
            <a:ext cx="63978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lv_spinbox_increment(spinbox);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递增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lv_spinbox_decrement(spinbox);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递减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441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30556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微调器部件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(lv_spinbox)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2684625"/>
            <a:ext cx="793457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lv_spinbox_set_digit_format(spinbox, 4, 2);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设置数字位数、小数点位置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lv_spinbox_set_pos(spinbox, 3);</a:t>
            </a: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设置光标位置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2350927"/>
            <a:ext cx="30133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：设置数字格式、光标位置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252847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3E3E7A8-B8FC-4D81-A8F3-D2BC5514D4A4}"/>
              </a:ext>
            </a:extLst>
          </p:cNvPr>
          <p:cNvSpPr txBox="1"/>
          <p:nvPr/>
        </p:nvSpPr>
        <p:spPr>
          <a:xfrm>
            <a:off x="745880" y="3535603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：获取当前值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D7FF6BE-348B-4B2C-99CE-EC8782DF8936}"/>
              </a:ext>
            </a:extLst>
          </p:cNvPr>
          <p:cNvSpPr/>
          <p:nvPr/>
        </p:nvSpPr>
        <p:spPr>
          <a:xfrm>
            <a:off x="575479" y="371315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3E44C14-3E77-407B-BB9C-46525611F8E6}"/>
              </a:ext>
            </a:extLst>
          </p:cNvPr>
          <p:cNvSpPr txBox="1"/>
          <p:nvPr/>
        </p:nvSpPr>
        <p:spPr>
          <a:xfrm>
            <a:off x="710710" y="3868646"/>
            <a:ext cx="781734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lv_spinbox_get_value(spinbox);	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返回值为整数，而非小数 *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19C56B-4D5C-4E18-9AAC-02AD509B29FC}"/>
              </a:ext>
            </a:extLst>
          </p:cNvPr>
          <p:cNvSpPr txBox="1"/>
          <p:nvPr/>
        </p:nvSpPr>
        <p:spPr>
          <a:xfrm>
            <a:off x="745880" y="1446884"/>
            <a:ext cx="19338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：设置当前值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5BCCC7F-E758-4A01-A7E3-EDABAA773B19}"/>
              </a:ext>
            </a:extLst>
          </p:cNvPr>
          <p:cNvSpPr/>
          <p:nvPr/>
        </p:nvSpPr>
        <p:spPr>
          <a:xfrm>
            <a:off x="575479" y="162443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A62B782-C6E6-43B9-814C-6EA8EFD1C771}"/>
              </a:ext>
            </a:extLst>
          </p:cNvPr>
          <p:cNvSpPr txBox="1"/>
          <p:nvPr/>
        </p:nvSpPr>
        <p:spPr>
          <a:xfrm>
            <a:off x="733180" y="1779927"/>
            <a:ext cx="27847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lv_spinbox_set_value(spinbox, 400);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E0BDE94-9BF4-4754-BBF6-EFD568C947DD}"/>
              </a:ext>
            </a:extLst>
          </p:cNvPr>
          <p:cNvGrpSpPr/>
          <p:nvPr/>
        </p:nvGrpSpPr>
        <p:grpSpPr>
          <a:xfrm>
            <a:off x="6526919" y="980631"/>
            <a:ext cx="1337715" cy="1516467"/>
            <a:chOff x="6076069" y="946303"/>
            <a:chExt cx="1337715" cy="1516467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E4EE4C6-6219-4422-A424-80CAFE7618B4}"/>
                </a:ext>
              </a:extLst>
            </p:cNvPr>
            <p:cNvSpPr/>
            <p:nvPr/>
          </p:nvSpPr>
          <p:spPr>
            <a:xfrm>
              <a:off x="6331794" y="1543060"/>
              <a:ext cx="824704" cy="421192"/>
            </a:xfrm>
            <a:prstGeom prst="roundRect">
              <a:avLst>
                <a:gd name="adj" fmla="val 336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53257B9-FFD1-4362-AB75-D54F2B3A1B8A}"/>
                </a:ext>
              </a:extLst>
            </p:cNvPr>
            <p:cNvSpPr/>
            <p:nvPr/>
          </p:nvSpPr>
          <p:spPr>
            <a:xfrm>
              <a:off x="7155278" y="1543060"/>
              <a:ext cx="258506" cy="421192"/>
            </a:xfrm>
            <a:prstGeom prst="roundRect">
              <a:avLst>
                <a:gd name="adj" fmla="val 3361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11DC95A7-57AA-483D-AEC7-760667081329}"/>
                </a:ext>
              </a:extLst>
            </p:cNvPr>
            <p:cNvSpPr/>
            <p:nvPr/>
          </p:nvSpPr>
          <p:spPr>
            <a:xfrm>
              <a:off x="7235650" y="1644142"/>
              <a:ext cx="108000" cy="7200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0C45CB2-3D20-46C1-BAB9-6460BE05F3B4}"/>
                </a:ext>
              </a:extLst>
            </p:cNvPr>
            <p:cNvSpPr txBox="1"/>
            <p:nvPr/>
          </p:nvSpPr>
          <p:spPr>
            <a:xfrm>
              <a:off x="6145446" y="2126075"/>
              <a:ext cx="1239604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小数点位置：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2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E60EA123-5E8D-4B85-B09A-5C51214F062B}"/>
                </a:ext>
              </a:extLst>
            </p:cNvPr>
            <p:cNvSpPr/>
            <p:nvPr/>
          </p:nvSpPr>
          <p:spPr>
            <a:xfrm flipV="1">
              <a:off x="7235650" y="1793745"/>
              <a:ext cx="108000" cy="7200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19DB54E-B8F1-4DB0-BA33-F813D7553CB2}"/>
                </a:ext>
              </a:extLst>
            </p:cNvPr>
            <p:cNvSpPr/>
            <p:nvPr/>
          </p:nvSpPr>
          <p:spPr>
            <a:xfrm>
              <a:off x="6505780" y="1543893"/>
              <a:ext cx="109541" cy="420359"/>
            </a:xfrm>
            <a:prstGeom prst="rect">
              <a:avLst/>
            </a:prstGeom>
            <a:solidFill>
              <a:schemeClr val="bg1">
                <a:lumMod val="6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61506B3-F18D-4DD3-BE67-A98A387AF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2657" y="1859605"/>
              <a:ext cx="0" cy="360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4AD3FB6-3B0C-4D15-8FCC-C714201FCC10}"/>
                </a:ext>
              </a:extLst>
            </p:cNvPr>
            <p:cNvSpPr txBox="1"/>
            <p:nvPr/>
          </p:nvSpPr>
          <p:spPr>
            <a:xfrm>
              <a:off x="6076069" y="946303"/>
              <a:ext cx="1080380" cy="336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光标位置：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2E7ED73F-2D3E-4272-9B70-E9EB709728AF}"/>
                </a:ext>
              </a:extLst>
            </p:cNvPr>
            <p:cNvCxnSpPr>
              <a:cxnSpLocks/>
            </p:cNvCxnSpPr>
            <p:nvPr/>
          </p:nvCxnSpPr>
          <p:spPr>
            <a:xfrm>
              <a:off x="6558980" y="1244600"/>
              <a:ext cx="0" cy="288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C599FD0-CAA4-4F90-A825-95F40DF7ED46}"/>
                </a:ext>
              </a:extLst>
            </p:cNvPr>
            <p:cNvSpPr txBox="1"/>
            <p:nvPr/>
          </p:nvSpPr>
          <p:spPr>
            <a:xfrm>
              <a:off x="6285243" y="1538589"/>
              <a:ext cx="824703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+04.00</a:t>
              </a:r>
              <a:endParaRPr lang="zh-CN" altLang="en-US" sz="1400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34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46" grpId="0"/>
      <p:bldP spid="47" grpId="0" animBg="1"/>
      <p:bldP spid="48" grpId="0"/>
      <p:bldP spid="21" grpId="0"/>
      <p:bldP spid="22" grpId="0" animBg="1"/>
      <p:bldP spid="2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E44F88-1E7E-4916-8DD0-6F4F14C601E9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4A9CBC-B0FB-4630-914C-BD0EF8A6AF4A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矩形 39">
            <a:extLst>
              <a:ext uri="{FF2B5EF4-FFF2-40B4-BE49-F238E27FC236}">
                <a16:creationId xmlns:a16="http://schemas.microsoft.com/office/drawing/2014/main" id="{6A3AA250-99A3-4100-98FA-80906856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0" y="1833326"/>
            <a:ext cx="1855466" cy="69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32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endParaRPr lang="zh-CN" altLang="en-US" sz="24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F5AD7-682A-473C-9DDC-968E1E688098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" name="矩形 39">
            <a:extLst>
              <a:ext uri="{FF2B5EF4-FFF2-40B4-BE49-F238E27FC236}">
                <a16:creationId xmlns:a16="http://schemas.microsoft.com/office/drawing/2014/main" id="{A7AD5F9D-5F9E-CC60-7828-A52FA52F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933" y="2512078"/>
            <a:ext cx="1367017" cy="45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88229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9" y="466454"/>
            <a:ext cx="247559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FE55E0-B43D-426D-C56D-D400F58B0F73}"/>
              </a:ext>
            </a:extLst>
          </p:cNvPr>
          <p:cNvSpPr txBox="1"/>
          <p:nvPr/>
        </p:nvSpPr>
        <p:spPr>
          <a:xfrm>
            <a:off x="534551" y="1119388"/>
            <a:ext cx="659014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表格部件由一个个单元格组成，它的单元格中只能存放文本形式的内容。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2B67A-53BE-41E7-DD97-8DF408EDF1AA}"/>
              </a:ext>
            </a:extLst>
          </p:cNvPr>
          <p:cNvSpPr txBox="1"/>
          <p:nvPr/>
        </p:nvSpPr>
        <p:spPr>
          <a:xfrm>
            <a:off x="5397331" y="2388488"/>
            <a:ext cx="196539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表格部件组成部分：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CA113DA-D266-44DD-827E-521478B4BC21}"/>
              </a:ext>
            </a:extLst>
          </p:cNvPr>
          <p:cNvSpPr txBox="1"/>
          <p:nvPr/>
        </p:nvSpPr>
        <p:spPr>
          <a:xfrm>
            <a:off x="5411859" y="2889204"/>
            <a:ext cx="196539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主体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(LV_PART_MAIN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5546EC14-6552-467F-BAB4-CC581F3BEF22}"/>
              </a:ext>
            </a:extLst>
          </p:cNvPr>
          <p:cNvSpPr/>
          <p:nvPr/>
        </p:nvSpPr>
        <p:spPr>
          <a:xfrm>
            <a:off x="5241859" y="306675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D396850-13BD-460B-A4E6-C33B8777E131}"/>
              </a:ext>
            </a:extLst>
          </p:cNvPr>
          <p:cNvSpPr txBox="1"/>
          <p:nvPr/>
        </p:nvSpPr>
        <p:spPr>
          <a:xfrm>
            <a:off x="5418259" y="3254894"/>
            <a:ext cx="218545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单元格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(LV_PART_ITEMS)</a:t>
            </a:r>
            <a:endParaRPr lang="zh-CN" altLang="en-US" sz="14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A70A367-0CAC-4291-B4FA-9D5D995C4749}"/>
              </a:ext>
            </a:extLst>
          </p:cNvPr>
          <p:cNvSpPr/>
          <p:nvPr/>
        </p:nvSpPr>
        <p:spPr>
          <a:xfrm>
            <a:off x="5247860" y="3434031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DCBC4E8-6D37-4DB3-BF95-B5F2FF8C2950}"/>
              </a:ext>
            </a:extLst>
          </p:cNvPr>
          <p:cNvGrpSpPr/>
          <p:nvPr/>
        </p:nvGrpSpPr>
        <p:grpSpPr>
          <a:xfrm>
            <a:off x="628650" y="2225819"/>
            <a:ext cx="3240000" cy="1560716"/>
            <a:chOff x="628650" y="2225819"/>
            <a:chExt cx="3240000" cy="1560716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6C6822C-AF05-4071-8B92-024FA13D50FF}"/>
                </a:ext>
              </a:extLst>
            </p:cNvPr>
            <p:cNvSpPr/>
            <p:nvPr/>
          </p:nvSpPr>
          <p:spPr>
            <a:xfrm>
              <a:off x="628650" y="2227762"/>
              <a:ext cx="3240000" cy="36212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876DF0E-0030-4E97-9314-004D3B95DCF1}"/>
                </a:ext>
              </a:extLst>
            </p:cNvPr>
            <p:cNvSpPr txBox="1"/>
            <p:nvPr/>
          </p:nvSpPr>
          <p:spPr>
            <a:xfrm>
              <a:off x="767195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849145-2102-4683-AD7F-F80B3F10B557}"/>
                </a:ext>
              </a:extLst>
            </p:cNvPr>
            <p:cNvSpPr txBox="1"/>
            <p:nvPr/>
          </p:nvSpPr>
          <p:spPr>
            <a:xfrm>
              <a:off x="1587509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时间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0817B02-4B4C-48F8-A2D2-40CF69AEB216}"/>
                </a:ext>
              </a:extLst>
            </p:cNvPr>
            <p:cNvSpPr txBox="1"/>
            <p:nvPr/>
          </p:nvSpPr>
          <p:spPr>
            <a:xfrm>
              <a:off x="2407823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地点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27A48D3-2247-4966-A518-326536D4ACD6}"/>
                </a:ext>
              </a:extLst>
            </p:cNvPr>
            <p:cNvSpPr txBox="1"/>
            <p:nvPr/>
          </p:nvSpPr>
          <p:spPr>
            <a:xfrm>
              <a:off x="3228138" y="2225819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领域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BBA067B-B5C9-4FFB-A35C-299B9D8EDF84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2984479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D6B4A6A-7E42-41CE-A1F7-4F3C02F5D42E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3393889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AC28AF3-C0D4-4B35-B9B2-C2D485402F12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3786535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0064264-8375-4043-9FA6-59EC3C94DD25}"/>
                </a:ext>
              </a:extLst>
            </p:cNvPr>
            <p:cNvSpPr txBox="1"/>
            <p:nvPr/>
          </p:nvSpPr>
          <p:spPr>
            <a:xfrm>
              <a:off x="843395" y="262040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4D556DA-726A-450C-9F6C-7FC6BA25CED8}"/>
                </a:ext>
              </a:extLst>
            </p:cNvPr>
            <p:cNvSpPr txBox="1"/>
            <p:nvPr/>
          </p:nvSpPr>
          <p:spPr>
            <a:xfrm>
              <a:off x="1600209" y="262040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AF2D975-19F5-4986-9257-5EDD44B40BC8}"/>
                </a:ext>
              </a:extLst>
            </p:cNvPr>
            <p:cNvSpPr txBox="1"/>
            <p:nvPr/>
          </p:nvSpPr>
          <p:spPr>
            <a:xfrm>
              <a:off x="2414173" y="262040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广州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0BD15CA-0CB9-408A-A31D-F5E494203727}"/>
                </a:ext>
              </a:extLst>
            </p:cNvPr>
            <p:cNvSpPr txBox="1"/>
            <p:nvPr/>
          </p:nvSpPr>
          <p:spPr>
            <a:xfrm>
              <a:off x="3228138" y="262040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轨道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71E42B5-4F87-4405-B1D6-49F469166871}"/>
                </a:ext>
              </a:extLst>
            </p:cNvPr>
            <p:cNvSpPr txBox="1"/>
            <p:nvPr/>
          </p:nvSpPr>
          <p:spPr>
            <a:xfrm>
              <a:off x="843395" y="302718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B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A3DD64B-E0B3-452A-9FDA-482ABE140A32}"/>
                </a:ext>
              </a:extLst>
            </p:cNvPr>
            <p:cNvSpPr txBox="1"/>
            <p:nvPr/>
          </p:nvSpPr>
          <p:spPr>
            <a:xfrm>
              <a:off x="1600209" y="302718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A4775B1-6583-44DA-A2B3-D856D89547C8}"/>
                </a:ext>
              </a:extLst>
            </p:cNvPr>
            <p:cNvSpPr txBox="1"/>
            <p:nvPr/>
          </p:nvSpPr>
          <p:spPr>
            <a:xfrm>
              <a:off x="2414173" y="302718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杭州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112716E-3B1F-4B83-B8E0-093BB6797C37}"/>
                </a:ext>
              </a:extLst>
            </p:cNvPr>
            <p:cNvSpPr txBox="1"/>
            <p:nvPr/>
          </p:nvSpPr>
          <p:spPr>
            <a:xfrm>
              <a:off x="3228138" y="302718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水利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BF2B6B8-1A84-405E-8AA0-766A62396BA5}"/>
                </a:ext>
              </a:extLst>
            </p:cNvPr>
            <p:cNvSpPr txBox="1"/>
            <p:nvPr/>
          </p:nvSpPr>
          <p:spPr>
            <a:xfrm>
              <a:off x="843395" y="3419917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C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8A72A05-1A18-473C-9ED5-5132FB842BCF}"/>
                </a:ext>
              </a:extLst>
            </p:cNvPr>
            <p:cNvSpPr txBox="1"/>
            <p:nvPr/>
          </p:nvSpPr>
          <p:spPr>
            <a:xfrm>
              <a:off x="1600209" y="3419917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7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9042AEC-074E-40A8-A38A-9A7ADD14315E}"/>
                </a:ext>
              </a:extLst>
            </p:cNvPr>
            <p:cNvSpPr txBox="1"/>
            <p:nvPr/>
          </p:nvSpPr>
          <p:spPr>
            <a:xfrm>
              <a:off x="2414173" y="341991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四川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4DE7FEF-AE83-4BDE-9BCB-2C5FE9F7B257}"/>
                </a:ext>
              </a:extLst>
            </p:cNvPr>
            <p:cNvSpPr txBox="1"/>
            <p:nvPr/>
          </p:nvSpPr>
          <p:spPr>
            <a:xfrm>
              <a:off x="3228138" y="3419917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制药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46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5" grpId="0"/>
      <p:bldP spid="82" grpId="0"/>
      <p:bldP spid="83" grpId="0" animBg="1"/>
      <p:bldP spid="84" grpId="0"/>
      <p:bldP spid="8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96E7B5E-EC0A-490E-8056-9EE6A5E25077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2E7B9-9F2E-9E67-6DC3-3FE74C85EBD8}"/>
              </a:ext>
            </a:extLst>
          </p:cNvPr>
          <p:cNvSpPr txBox="1"/>
          <p:nvPr/>
        </p:nvSpPr>
        <p:spPr>
          <a:xfrm>
            <a:off x="68576" y="466454"/>
            <a:ext cx="23888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表格部件</a:t>
            </a:r>
            <a:r>
              <a:rPr lang="en-US" altLang="zh-CN" sz="2000" b="1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(lv_table)</a:t>
            </a:r>
            <a:endParaRPr lang="zh-CN" altLang="en-US" sz="2000" b="1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B47848-B62D-9E43-1695-DAB0A14FFC2F}"/>
              </a:ext>
            </a:extLst>
          </p:cNvPr>
          <p:cNvSpPr txBox="1"/>
          <p:nvPr/>
        </p:nvSpPr>
        <p:spPr>
          <a:xfrm>
            <a:off x="745880" y="1516225"/>
            <a:ext cx="310222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lv_obj_t *table = lv_table_create(parent);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F46D1E-9D95-F3BD-4081-9B7B22DF39CC}"/>
              </a:ext>
            </a:extLst>
          </p:cNvPr>
          <p:cNvSpPr txBox="1"/>
          <p:nvPr/>
        </p:nvSpPr>
        <p:spPr>
          <a:xfrm>
            <a:off x="745880" y="1188877"/>
            <a:ext cx="208622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：创建表格部件 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1D33CD-7AC6-BF86-B348-962F4B1317D4}"/>
              </a:ext>
            </a:extLst>
          </p:cNvPr>
          <p:cNvSpPr/>
          <p:nvPr/>
        </p:nvSpPr>
        <p:spPr>
          <a:xfrm>
            <a:off x="575479" y="1366426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5F79A-6915-CEA8-5D50-2AACF0861957}"/>
              </a:ext>
            </a:extLst>
          </p:cNvPr>
          <p:cNvSpPr txBox="1"/>
          <p:nvPr/>
        </p:nvSpPr>
        <p:spPr>
          <a:xfrm>
            <a:off x="745880" y="3320134"/>
            <a:ext cx="2668652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：设置单元格的内容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B55AD9-9A29-665A-78B6-FC6BB3C012E4}"/>
              </a:ext>
            </a:extLst>
          </p:cNvPr>
          <p:cNvSpPr/>
          <p:nvPr/>
        </p:nvSpPr>
        <p:spPr>
          <a:xfrm>
            <a:off x="575479" y="3497683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B9FFCA-91A2-A5B6-226C-C22501059825}"/>
              </a:ext>
            </a:extLst>
          </p:cNvPr>
          <p:cNvSpPr txBox="1"/>
          <p:nvPr/>
        </p:nvSpPr>
        <p:spPr>
          <a:xfrm>
            <a:off x="733180" y="3653177"/>
            <a:ext cx="7255120" cy="61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lv_table_set_cell_value(table, 0, 0, "123");	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lv_table_set_cell_value_fmt(table, 1, 0, "%d", 100 );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格式化输入，类似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printf */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3E3E7A8-B8FC-4D81-A8F3-D2BC5514D4A4}"/>
              </a:ext>
            </a:extLst>
          </p:cNvPr>
          <p:cNvSpPr txBox="1"/>
          <p:nvPr/>
        </p:nvSpPr>
        <p:spPr>
          <a:xfrm>
            <a:off x="745880" y="2005253"/>
            <a:ext cx="235927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知识点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：设置行数、列数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D7FF6BE-348B-4B2C-99CE-EC8782DF8936}"/>
              </a:ext>
            </a:extLst>
          </p:cNvPr>
          <p:cNvSpPr/>
          <p:nvPr/>
        </p:nvSpPr>
        <p:spPr>
          <a:xfrm>
            <a:off x="575479" y="2182802"/>
            <a:ext cx="81280" cy="8281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3E44C14-3E77-407B-BB9C-46525611F8E6}"/>
              </a:ext>
            </a:extLst>
          </p:cNvPr>
          <p:cNvSpPr txBox="1"/>
          <p:nvPr/>
        </p:nvSpPr>
        <p:spPr>
          <a:xfrm>
            <a:off x="733180" y="2338296"/>
            <a:ext cx="6639170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lv_table_set_row_cnt(table,2); 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设置行数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lv_table_set_col_cnt(table,2); 	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设置列数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lv_table_set_col_width(table, 1, 200); 						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/* </a:t>
            </a:r>
            <a:r>
              <a:rPr lang="zh-CN" altLang="en-US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设置列的宽度 </a:t>
            </a:r>
            <a:r>
              <a:rPr lang="en-US" altLang="zh-CN" sz="1200">
                <a:solidFill>
                  <a:srgbClr val="8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*/</a:t>
            </a:r>
            <a:endParaRPr lang="en-US" altLang="zh-CN" sz="12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8AEA5C-BA6C-43DC-B245-13B5DAA9BF60}"/>
              </a:ext>
            </a:extLst>
          </p:cNvPr>
          <p:cNvGrpSpPr/>
          <p:nvPr/>
        </p:nvGrpSpPr>
        <p:grpSpPr>
          <a:xfrm>
            <a:off x="5328521" y="847954"/>
            <a:ext cx="3240000" cy="1168070"/>
            <a:chOff x="5328521" y="847954"/>
            <a:chExt cx="3240000" cy="1168070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01EEC0C4-486D-4550-9FCD-4455A3EE9BEE}"/>
                </a:ext>
              </a:extLst>
            </p:cNvPr>
            <p:cNvSpPr/>
            <p:nvPr/>
          </p:nvSpPr>
          <p:spPr>
            <a:xfrm>
              <a:off x="5328521" y="849897"/>
              <a:ext cx="3240000" cy="36212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FF286F-7460-4033-AF94-6B89D63EFA87}"/>
                </a:ext>
              </a:extLst>
            </p:cNvPr>
            <p:cNvSpPr txBox="1"/>
            <p:nvPr/>
          </p:nvSpPr>
          <p:spPr>
            <a:xfrm>
              <a:off x="5467066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82C512D-9D9F-47CE-BB81-21B2A6C820D7}"/>
                </a:ext>
              </a:extLst>
            </p:cNvPr>
            <p:cNvSpPr txBox="1"/>
            <p:nvPr/>
          </p:nvSpPr>
          <p:spPr>
            <a:xfrm>
              <a:off x="6287380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时间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9C4644F-5985-4EB9-8216-6E412D75ABC3}"/>
                </a:ext>
              </a:extLst>
            </p:cNvPr>
            <p:cNvSpPr txBox="1"/>
            <p:nvPr/>
          </p:nvSpPr>
          <p:spPr>
            <a:xfrm>
              <a:off x="7107694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地点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DDF3FF4-EA26-4A7C-813F-D4D643960C59}"/>
                </a:ext>
              </a:extLst>
            </p:cNvPr>
            <p:cNvSpPr txBox="1"/>
            <p:nvPr/>
          </p:nvSpPr>
          <p:spPr>
            <a:xfrm>
              <a:off x="7928009" y="847954"/>
              <a:ext cx="502805" cy="316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领域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C69E838-03F7-433D-A72C-FC7240A6B2A0}"/>
                </a:ext>
              </a:extLst>
            </p:cNvPr>
            <p:cNvCxnSpPr>
              <a:cxnSpLocks/>
            </p:cNvCxnSpPr>
            <p:nvPr/>
          </p:nvCxnSpPr>
          <p:spPr>
            <a:xfrm>
              <a:off x="5328521" y="1606614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C6FA620-954C-4631-8128-F5245F93DF66}"/>
                </a:ext>
              </a:extLst>
            </p:cNvPr>
            <p:cNvCxnSpPr>
              <a:cxnSpLocks/>
            </p:cNvCxnSpPr>
            <p:nvPr/>
          </p:nvCxnSpPr>
          <p:spPr>
            <a:xfrm>
              <a:off x="5328521" y="2016024"/>
              <a:ext cx="324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0414EDD-84F9-4179-869F-475D764BC03E}"/>
                </a:ext>
              </a:extLst>
            </p:cNvPr>
            <p:cNvSpPr txBox="1"/>
            <p:nvPr/>
          </p:nvSpPr>
          <p:spPr>
            <a:xfrm>
              <a:off x="5543266" y="1242542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7139B66-DA3E-422A-B3CD-DBC1DCAF015C}"/>
                </a:ext>
              </a:extLst>
            </p:cNvPr>
            <p:cNvSpPr txBox="1"/>
            <p:nvPr/>
          </p:nvSpPr>
          <p:spPr>
            <a:xfrm>
              <a:off x="6300080" y="1242542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1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E27F9FD-6DD6-4CB7-9EE7-15F4213322AC}"/>
                </a:ext>
              </a:extLst>
            </p:cNvPr>
            <p:cNvSpPr txBox="1"/>
            <p:nvPr/>
          </p:nvSpPr>
          <p:spPr>
            <a:xfrm>
              <a:off x="7114044" y="124254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广州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86F8D32-658A-4868-BF12-3D8F743D2DA7}"/>
                </a:ext>
              </a:extLst>
            </p:cNvPr>
            <p:cNvSpPr txBox="1"/>
            <p:nvPr/>
          </p:nvSpPr>
          <p:spPr>
            <a:xfrm>
              <a:off x="7928009" y="124254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轨道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1077C16-7F32-4423-96EA-69B116E78B45}"/>
                </a:ext>
              </a:extLst>
            </p:cNvPr>
            <p:cNvSpPr txBox="1"/>
            <p:nvPr/>
          </p:nvSpPr>
          <p:spPr>
            <a:xfrm>
              <a:off x="5543266" y="1649322"/>
              <a:ext cx="34405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B</a:t>
              </a:r>
              <a:endPara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E36F2E5-1041-4B6D-8C81-5292E66B6356}"/>
                </a:ext>
              </a:extLst>
            </p:cNvPr>
            <p:cNvSpPr txBox="1"/>
            <p:nvPr/>
          </p:nvSpPr>
          <p:spPr>
            <a:xfrm>
              <a:off x="6300080" y="1649322"/>
              <a:ext cx="425441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3</a:t>
              </a: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月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2FDFAEE-A349-404A-90E8-C36636099295}"/>
                </a:ext>
              </a:extLst>
            </p:cNvPr>
            <p:cNvSpPr txBox="1"/>
            <p:nvPr/>
          </p:nvSpPr>
          <p:spPr>
            <a:xfrm>
              <a:off x="7114044" y="164932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杭州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A44E58-D4B8-4F3A-95A3-79E59CE53834}"/>
                </a:ext>
              </a:extLst>
            </p:cNvPr>
            <p:cNvSpPr txBox="1"/>
            <p:nvPr/>
          </p:nvSpPr>
          <p:spPr>
            <a:xfrm>
              <a:off x="7928009" y="1649322"/>
              <a:ext cx="50280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水利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8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2" grpId="0"/>
      <p:bldP spid="14" grpId="0" animBg="1"/>
      <p:bldP spid="18" grpId="0"/>
      <p:bldP spid="19" grpId="0" animBg="1"/>
      <p:bldP spid="20" grpId="0"/>
      <p:bldP spid="46" grpId="0"/>
      <p:bldP spid="47" grpId="0" animBg="1"/>
      <p:bldP spid="4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B2163-C5BF-4100-A074-731DCA3B9665}"/>
              </a:ext>
            </a:extLst>
          </p:cNvPr>
          <p:cNvSpPr/>
          <p:nvPr/>
        </p:nvSpPr>
        <p:spPr>
          <a:xfrm>
            <a:off x="0" y="4835727"/>
            <a:ext cx="9144000" cy="3077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1B1A1-A6C1-4C20-8D5C-5EC7D5ECACB1}"/>
              </a:ext>
            </a:extLst>
          </p:cNvPr>
          <p:cNvSpPr/>
          <p:nvPr/>
        </p:nvSpPr>
        <p:spPr>
          <a:xfrm>
            <a:off x="0" y="0"/>
            <a:ext cx="9144000" cy="4557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endParaRPr lang="zh-CN" altLang="en-US" sz="1013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9CFE44-7AF1-44DB-88D2-FF6649CFF5B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5331" cy="4557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LVGL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F594FC-8607-4ACE-8D95-D9AEBCAC40FF}"/>
              </a:ext>
            </a:extLst>
          </p:cNvPr>
          <p:cNvSpPr txBox="1"/>
          <p:nvPr/>
        </p:nvSpPr>
        <p:spPr>
          <a:xfrm>
            <a:off x="0" y="4835727"/>
            <a:ext cx="5379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“原子哥”在线教学平台：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www.yuanzige.com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F66B72-88D5-4EB6-BB2C-99C7DDC67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64" y="62581"/>
            <a:ext cx="1323116" cy="315237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12969C5-AE61-47D1-8859-6D3AA39B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870" y="1475704"/>
            <a:ext cx="4264259" cy="21015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2A94CA9-9750-4E7B-B0E2-4DBA6C49E315}"/>
              </a:ext>
            </a:extLst>
          </p:cNvPr>
          <p:cNvSpPr txBox="1"/>
          <p:nvPr/>
        </p:nvSpPr>
        <p:spPr>
          <a:xfrm>
            <a:off x="1985008" y="3773924"/>
            <a:ext cx="562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1800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版权所有：广州市星翼电子科技有限公司</a:t>
            </a:r>
            <a:endParaRPr lang="en-US" altLang="zh-CN" sz="1800" b="1" spc="5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eaLnBrk="1" hangingPunct="1">
              <a:defRPr/>
            </a:pPr>
            <a:r>
              <a:rPr lang="zh-CN" altLang="en-US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天猫店铺：</a:t>
            </a:r>
            <a:r>
              <a:rPr lang="en-US" altLang="zh-CN" b="1" spc="5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https://zhengdianyuanzi.tmall.com</a:t>
            </a:r>
            <a:endParaRPr lang="en-US" altLang="zh-CN" sz="1800" b="1" spc="5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E7D798-7D55-482C-BC69-298DD72DACE0}"/>
              </a:ext>
            </a:extLst>
          </p:cNvPr>
          <p:cNvSpPr txBox="1"/>
          <p:nvPr/>
        </p:nvSpPr>
        <p:spPr>
          <a:xfrm>
            <a:off x="3414532" y="4835727"/>
            <a:ext cx="5729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技术支持论坛：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http://www.openedv.com/forum.php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086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139940</TotalTime>
  <Words>13037</Words>
  <Application>Microsoft Office PowerPoint</Application>
  <PresentationFormat>全屏显示(16:9)</PresentationFormat>
  <Paragraphs>1551</Paragraphs>
  <Slides>125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34" baseType="lpstr">
      <vt:lpstr>等线</vt:lpstr>
      <vt:lpstr>思源黑体 CN Bold</vt:lpstr>
      <vt:lpstr>思源黑体 CN Normal</vt:lpstr>
      <vt:lpstr>思源黑体 CN Regular</vt:lpstr>
      <vt:lpstr>幼圆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豪杰 陈</cp:lastModifiedBy>
  <cp:revision>6487</cp:revision>
  <dcterms:created xsi:type="dcterms:W3CDTF">2021-03-21T09:45:45Z</dcterms:created>
  <dcterms:modified xsi:type="dcterms:W3CDTF">2025-02-28T12:13:47Z</dcterms:modified>
</cp:coreProperties>
</file>